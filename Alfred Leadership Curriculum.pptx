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714" r:id="rId1"/>
  </p:sldMasterIdLst>
  <p:notesMasterIdLst>
    <p:notesMasterId r:id="rId12"/>
  </p:notesMasterIdLst>
  <p:sldIdLst>
    <p:sldId id="2147478556" r:id="rId2"/>
    <p:sldId id="2147478555" r:id="rId3"/>
    <p:sldId id="2147478557" r:id="rId4"/>
    <p:sldId id="2147478562" r:id="rId5"/>
    <p:sldId id="2147478563" r:id="rId6"/>
    <p:sldId id="2147478564" r:id="rId7"/>
    <p:sldId id="2147478560" r:id="rId8"/>
    <p:sldId id="2147478561" r:id="rId9"/>
    <p:sldId id="2147478559" r:id="rId10"/>
    <p:sldId id="283" r:id="rId11"/>
  </p:sldIdLst>
  <p:sldSz cx="13439775" cy="7559675"/>
  <p:notesSz cx="6794500" cy="9931400"/>
  <p:embeddedFontLst>
    <p:embeddedFont>
      <p:font typeface="Neue Simon Kucher" panose="00000500000000000000" pitchFamily="2" charset="0"/>
      <p:regular r:id="rId13"/>
      <p:bold r:id="rId14"/>
      <p:italic r:id="rId15"/>
      <p:boldItalic r:id="rId16"/>
    </p:embeddedFont>
  </p:embeddedFontLst>
  <p:custDataLst>
    <p:tags r:id="rId17"/>
  </p:custDataLst>
  <p:defaultTextStyle>
    <a:defPPr>
      <a:defRPr lang="de-DE"/>
    </a:defPPr>
    <a:lvl1pPr marL="0" algn="l" defTabSz="995491" rtl="0" eaLnBrk="1" latinLnBrk="0" hangingPunct="1">
      <a:defRPr sz="2000" kern="1200">
        <a:solidFill>
          <a:schemeClr val="tx1"/>
        </a:solidFill>
        <a:latin typeface="+mn-lt"/>
        <a:ea typeface="+mn-ea"/>
        <a:cs typeface="+mn-cs"/>
      </a:defRPr>
    </a:lvl1pPr>
    <a:lvl2pPr marL="497745" algn="l" defTabSz="995491" rtl="0" eaLnBrk="1" latinLnBrk="0" hangingPunct="1">
      <a:defRPr sz="2000" kern="1200">
        <a:solidFill>
          <a:schemeClr val="tx1"/>
        </a:solidFill>
        <a:latin typeface="+mn-lt"/>
        <a:ea typeface="+mn-ea"/>
        <a:cs typeface="+mn-cs"/>
      </a:defRPr>
    </a:lvl2pPr>
    <a:lvl3pPr marL="995491" algn="l" defTabSz="995491" rtl="0" eaLnBrk="1" latinLnBrk="0" hangingPunct="1">
      <a:defRPr sz="2000" kern="1200">
        <a:solidFill>
          <a:schemeClr val="tx1"/>
        </a:solidFill>
        <a:latin typeface="+mn-lt"/>
        <a:ea typeface="+mn-ea"/>
        <a:cs typeface="+mn-cs"/>
      </a:defRPr>
    </a:lvl3pPr>
    <a:lvl4pPr marL="1493236" algn="l" defTabSz="995491" rtl="0" eaLnBrk="1" latinLnBrk="0" hangingPunct="1">
      <a:defRPr sz="2000" kern="1200">
        <a:solidFill>
          <a:schemeClr val="tx1"/>
        </a:solidFill>
        <a:latin typeface="+mn-lt"/>
        <a:ea typeface="+mn-ea"/>
        <a:cs typeface="+mn-cs"/>
      </a:defRPr>
    </a:lvl4pPr>
    <a:lvl5pPr marL="1990982" algn="l" defTabSz="995491" rtl="0" eaLnBrk="1" latinLnBrk="0" hangingPunct="1">
      <a:defRPr sz="2000" kern="1200">
        <a:solidFill>
          <a:schemeClr val="tx1"/>
        </a:solidFill>
        <a:latin typeface="+mn-lt"/>
        <a:ea typeface="+mn-ea"/>
        <a:cs typeface="+mn-cs"/>
      </a:defRPr>
    </a:lvl5pPr>
    <a:lvl6pPr marL="2488727" algn="l" defTabSz="995491" rtl="0" eaLnBrk="1" latinLnBrk="0" hangingPunct="1">
      <a:defRPr sz="2000" kern="1200">
        <a:solidFill>
          <a:schemeClr val="tx1"/>
        </a:solidFill>
        <a:latin typeface="+mn-lt"/>
        <a:ea typeface="+mn-ea"/>
        <a:cs typeface="+mn-cs"/>
      </a:defRPr>
    </a:lvl6pPr>
    <a:lvl7pPr marL="2986473" algn="l" defTabSz="995491" rtl="0" eaLnBrk="1" latinLnBrk="0" hangingPunct="1">
      <a:defRPr sz="2000" kern="1200">
        <a:solidFill>
          <a:schemeClr val="tx1"/>
        </a:solidFill>
        <a:latin typeface="+mn-lt"/>
        <a:ea typeface="+mn-ea"/>
        <a:cs typeface="+mn-cs"/>
      </a:defRPr>
    </a:lvl7pPr>
    <a:lvl8pPr marL="3484219" algn="l" defTabSz="995491" rtl="0" eaLnBrk="1" latinLnBrk="0" hangingPunct="1">
      <a:defRPr sz="2000" kern="1200">
        <a:solidFill>
          <a:schemeClr val="tx1"/>
        </a:solidFill>
        <a:latin typeface="+mn-lt"/>
        <a:ea typeface="+mn-ea"/>
        <a:cs typeface="+mn-cs"/>
      </a:defRPr>
    </a:lvl8pPr>
    <a:lvl9pPr marL="3981964" algn="l" defTabSz="995491"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2" pos="8466" userDrawn="1">
          <p15:clr>
            <a:srgbClr val="A4A3A4"/>
          </p15:clr>
        </p15:guide>
        <p15:guide id="3" orient="horz" pos="238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8400"/>
    <a:srgbClr val="141A1E"/>
    <a:srgbClr val="DDE4E8"/>
    <a:srgbClr val="EAEEF1"/>
    <a:srgbClr val="E5EAED"/>
    <a:srgbClr val="DCE3E7"/>
    <a:srgbClr val="121719"/>
    <a:srgbClr val="DEE4E8"/>
    <a:srgbClr val="EEF1F3"/>
    <a:srgbClr val="FDB9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4FE0D-7A70-4836-B21F-E4667C02C496}" v="1017" dt="2025-06-26T14:00:43.375"/>
  </p1510:revLst>
</p1510:revInfo>
</file>

<file path=ppt/tableStyles.xml><?xml version="1.0" encoding="utf-8"?>
<a:tblStyleLst xmlns:a="http://schemas.openxmlformats.org/drawingml/2006/main" def="{260EE697-DAB6-4CC6-B496-040891EC17D7}">
  <a:tblStyle styleId="{260EE697-DAB6-4CC6-B496-040891EC17D7}" styleName="Simon-Kucher 1">
    <a:wholeTbl>
      <a:tcTxStyle>
        <a:fontRef idx="minor">
          <a:prstClr val="black"/>
        </a:fontRef>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9525" cmpd="sng">
              <a:solidFill>
                <a:schemeClr val="accent1"/>
              </a:solidFill>
            </a:ln>
          </a:insideH>
          <a:insideV>
            <a:ln w="9525" cmpd="sng">
              <a:solidFill>
                <a:schemeClr val="accent1"/>
              </a:solidFill>
            </a:ln>
          </a:insideV>
        </a:tcBdr>
        <a:fill>
          <a:solidFill>
            <a:schemeClr val="bg1"/>
          </a:solidFill>
        </a:fill>
      </a:tcStyle>
    </a:wholeTbl>
    <a:firstCol>
      <a:tcTxStyle b="on">
        <a:fontRef idx="minor">
          <a:prstClr val="black"/>
        </a:fontRef>
        <a:schemeClr val="tx1"/>
      </a:tcTxStyle>
      <a:tcStyle>
        <a:tcBdr/>
        <a:fill>
          <a:solidFill>
            <a:schemeClr val="accent1">
              <a:lumMod val="60000"/>
              <a:lumOff val="40000"/>
            </a:schemeClr>
          </a:solidFill>
        </a:fill>
      </a:tcStyle>
    </a:firstCol>
    <a:firstRow>
      <a:tcTxStyle b="on">
        <a:fontRef idx="minor">
          <a:prstClr val="black"/>
        </a:fontRef>
        <a:schemeClr val="tx1"/>
      </a:tcTxStyle>
      <a:tcStyle>
        <a:tcBdr/>
        <a:fill>
          <a:solidFill>
            <a:schemeClr val="accent1">
              <a:lumMod val="60000"/>
              <a:lumOff val="40000"/>
            </a:schemeClr>
          </a:solidFill>
        </a:fill>
      </a:tcStyle>
    </a:firstRow>
    <a:nwCell>
      <a:tcTxStyle>
        <a:fontRef idx="minor">
          <a:prstClr val="black"/>
        </a:fontRef>
        <a:schemeClr val="lt1"/>
      </a:tcTxStyle>
      <a:tcStyle>
        <a:tcBdr/>
        <a:fill>
          <a:solidFill>
            <a:schemeClr val="lt1"/>
          </a:solidFill>
        </a:fill>
      </a:tcStyle>
    </a:nwCell>
  </a:tblStyle>
  <a:tblStyle styleId="{3E2FD8D6-B0E4-41B8-835A-36A3DD6FFE8D}" styleName="Simon-Kucher 2">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9525" cmpd="sng">
              <a:solidFill>
                <a:schemeClr val="accent1"/>
              </a:solidFill>
            </a:ln>
          </a:insideH>
          <a:insideV>
            <a:ln w="9525" cmpd="sng">
              <a:solidFill>
                <a:schemeClr val="accent1"/>
              </a:solidFill>
            </a:ln>
          </a:insideV>
        </a:tcBdr>
        <a:fill>
          <a:solidFill>
            <a:schemeClr val="bg1"/>
          </a:solidFill>
        </a:fill>
      </a:tcStyle>
    </a:wholeTbl>
    <a:band1H>
      <a:tcStyle>
        <a:tcBdr>
          <a:top>
            <a:ln w="0" cmpd="sng">
              <a:noFill/>
            </a:ln>
          </a:top>
          <a:bottom>
            <a:ln w="0" cmpd="sng">
              <a:noFill/>
            </a:ln>
          </a:bottom>
          <a:insideH>
            <a:ln w="0" cmpd="sng">
              <a:noFill/>
            </a:ln>
          </a:insideH>
          <a:insideV>
            <a:ln w="9525" cmpd="sng">
              <a:solidFill>
                <a:schemeClr val="accent1"/>
              </a:solidFill>
            </a:ln>
          </a:insideV>
        </a:tcBdr>
        <a:fill>
          <a:solidFill>
            <a:schemeClr val="lt1"/>
          </a:solidFill>
        </a:fill>
      </a:tcStyle>
    </a:band1H>
    <a:band2H>
      <a:tcStyle>
        <a:tcBdr>
          <a:insideH>
            <a:ln w="0" cmpd="sng">
              <a:noFill/>
            </a:ln>
          </a:insideH>
          <a:insideV>
            <a:ln w="9525" cmpd="sng">
              <a:solidFill>
                <a:schemeClr val="accent1"/>
              </a:solidFill>
            </a:ln>
          </a:insideV>
        </a:tcBdr>
        <a:fill>
          <a:solidFill>
            <a:schemeClr val="accent1">
              <a:lumMod val="24000"/>
              <a:lumOff val="76000"/>
            </a:schemeClr>
          </a:solidFill>
        </a:fill>
      </a:tcStyle>
    </a:band2H>
    <a:lastCol>
      <a:tcTxStyle b="on">
        <a:fontRef idx="minor">
          <a:prstClr val="black"/>
        </a:fontRef>
        <a:schemeClr val="dk1"/>
      </a:tcTxStyle>
      <a:tcStyle>
        <a:tcBdr>
          <a:left>
            <a:ln w="0" cmpd="sng">
              <a:noFill/>
            </a:ln>
          </a:left>
          <a:insideH>
            <a:ln w="9525" cmpd="sng">
              <a:solidFill>
                <a:schemeClr val="lt1"/>
              </a:solidFill>
            </a:ln>
          </a:insideH>
        </a:tcBdr>
        <a:fill>
          <a:solidFill>
            <a:schemeClr val="accent1">
              <a:lumMod val="60000"/>
              <a:lumOff val="40000"/>
            </a:schemeClr>
          </a:solidFill>
        </a:fill>
      </a:tcStyle>
    </a:lastCol>
    <a:firstCol>
      <a:tcTxStyle b="on">
        <a:fontRef idx="minor">
          <a:prstClr val="black"/>
        </a:fontRef>
        <a:schemeClr val="dk1"/>
      </a:tcTxStyle>
      <a:tcStyle>
        <a:tcBdr>
          <a:right>
            <a:ln w="0" cmpd="sng">
              <a:noFill/>
            </a:ln>
          </a:right>
          <a:insideH>
            <a:ln w="9525" cmpd="sng">
              <a:solidFill>
                <a:schemeClr val="lt1"/>
              </a:solidFill>
            </a:ln>
          </a:insideH>
        </a:tcBdr>
        <a:fill>
          <a:solidFill>
            <a:schemeClr val="accent1">
              <a:lumMod val="60000"/>
              <a:lumOff val="40000"/>
            </a:schemeClr>
          </a:solidFill>
        </a:fill>
      </a:tcStyle>
    </a:firstCol>
    <a:lastRow>
      <a:tcTxStyle b="on">
        <a:fontRef idx="minor">
          <a:prstClr val="black"/>
        </a:fontRef>
        <a:schemeClr val="dk1"/>
      </a:tcTxStyle>
      <a:tcStyle>
        <a:tcBdr>
          <a:insideV>
            <a:ln w="9525" cmpd="sng">
              <a:solidFill>
                <a:schemeClr val="lt1"/>
              </a:solidFill>
            </a:ln>
          </a:insideV>
        </a:tcBdr>
        <a:fill>
          <a:solidFill>
            <a:schemeClr val="accent1">
              <a:lumMod val="60000"/>
              <a:lumOff val="40000"/>
            </a:schemeClr>
          </a:solidFill>
        </a:fill>
      </a:tcStyle>
    </a:lastRow>
    <a:firstRow>
      <a:tcTxStyle b="on">
        <a:fontRef idx="minor">
          <a:prstClr val="black"/>
        </a:fontRef>
        <a:schemeClr val="dk1"/>
      </a:tcTxStyle>
      <a:tcStyle>
        <a:tcBdr>
          <a:bottom>
            <a:ln w="0" cmpd="sng">
              <a:noFill/>
            </a:ln>
          </a:bottom>
          <a:insideH>
            <a:ln w="0" cmpd="sng">
              <a:noFill/>
            </a:ln>
          </a:insideH>
          <a:insideV>
            <a:ln w="9525" cmpd="sng">
              <a:solidFill>
                <a:schemeClr val="lt1"/>
              </a:solidFill>
            </a:ln>
          </a:insideV>
        </a:tcBdr>
        <a:fill>
          <a:solidFill>
            <a:schemeClr val="accent1">
              <a:lumMod val="60000"/>
              <a:lumOff val="40000"/>
            </a:schemeClr>
          </a:solidFill>
        </a:fill>
      </a:tcStyle>
    </a:firstRow>
    <a:nwCell>
      <a:tcTxStyle>
        <a:fontRef idx="minor">
          <a:prstClr val="black"/>
        </a:fontRef>
        <a:schemeClr val="dk1"/>
      </a:tcTxStyle>
      <a:tcStyle>
        <a:tcBdr/>
        <a:fill>
          <a:solidFill>
            <a:schemeClr val="lt1"/>
          </a:solidFill>
        </a:fill>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056" autoAdjust="0"/>
  </p:normalViewPr>
  <p:slideViewPr>
    <p:cSldViewPr snapToGrid="0" showGuides="1">
      <p:cViewPr>
        <p:scale>
          <a:sx n="60" d="100"/>
          <a:sy n="60" d="100"/>
        </p:scale>
        <p:origin x="604" y="152"/>
      </p:cViewPr>
      <p:guideLst>
        <p:guide pos="8466"/>
        <p:guide orient="horz" pos="2381"/>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4392"/>
    </p:cViewPr>
  </p:sorterViewPr>
  <p:notesViewPr>
    <p:cSldViewPr snapToGrid="0" showGuides="1">
      <p:cViewPr varScale="1">
        <p:scale>
          <a:sx n="84" d="100"/>
          <a:sy n="84" d="100"/>
        </p:scale>
        <p:origin x="384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atin typeface="+mn-lt"/>
                <a:ea typeface="+mn-ea"/>
                <a:cs typeface="+mn-cs"/>
              </a:defRPr>
            </a:lvl1pPr>
          </a:lstStyle>
          <a:p>
            <a:endParaRPr lang="de-AT" dirty="0"/>
          </a:p>
        </p:txBody>
      </p:sp>
      <p:sp>
        <p:nvSpPr>
          <p:cNvPr id="3" name="Date Placeholder 2"/>
          <p:cNvSpPr>
            <a:spLocks noGrp="1"/>
          </p:cNvSpPr>
          <p:nvPr>
            <p:ph type="dt" idx="1"/>
          </p:nvPr>
        </p:nvSpPr>
        <p:spPr>
          <a:xfrm>
            <a:off x="3848100" y="0"/>
            <a:ext cx="2944813" cy="498475"/>
          </a:xfrm>
          <a:prstGeom prst="rect">
            <a:avLst/>
          </a:prstGeom>
        </p:spPr>
        <p:txBody>
          <a:bodyPr vert="horz" lIns="91440" tIns="45720" rIns="91440" bIns="45720" rtlCol="0"/>
          <a:lstStyle>
            <a:lvl1pPr algn="r">
              <a:defRPr sz="1200">
                <a:latin typeface="+mn-lt"/>
                <a:ea typeface="+mn-ea"/>
                <a:cs typeface="+mn-cs"/>
              </a:defRPr>
            </a:lvl1pPr>
          </a:lstStyle>
          <a:p>
            <a:fld id="{514B4B08-CE09-40F6-B011-73969936B97F}" type="datetimeFigureOut">
              <a:rPr lang="de-AT" smtClean="0"/>
              <a:pPr/>
              <a:t>21.06.2026</a:t>
            </a:fld>
            <a:endParaRPr lang="de-AT"/>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de-AT"/>
          </a:p>
        </p:txBody>
      </p:sp>
      <p:sp>
        <p:nvSpPr>
          <p:cNvPr id="5" name="Notes Placeholder 4"/>
          <p:cNvSpPr>
            <a:spLocks noGrp="1"/>
          </p:cNvSpPr>
          <p:nvPr>
            <p:ph type="body" sz="quarter" idx="3"/>
          </p:nvPr>
        </p:nvSpPr>
        <p:spPr>
          <a:xfrm>
            <a:off x="679450" y="4779963"/>
            <a:ext cx="5435600" cy="39100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6" name="Footer Placeholder 5"/>
          <p:cNvSpPr>
            <a:spLocks noGrp="1"/>
          </p:cNvSpPr>
          <p:nvPr>
            <p:ph type="ftr" sz="quarter" idx="4"/>
          </p:nvPr>
        </p:nvSpPr>
        <p:spPr>
          <a:xfrm>
            <a:off x="0" y="9432925"/>
            <a:ext cx="2944813" cy="498475"/>
          </a:xfrm>
          <a:prstGeom prst="rect">
            <a:avLst/>
          </a:prstGeom>
        </p:spPr>
        <p:txBody>
          <a:bodyPr vert="horz" lIns="91440" tIns="45720" rIns="91440" bIns="45720" rtlCol="0" anchor="b"/>
          <a:lstStyle>
            <a:lvl1pPr algn="l">
              <a:defRPr sz="1200">
                <a:latin typeface="+mn-lt"/>
                <a:ea typeface="+mn-ea"/>
                <a:cs typeface="+mn-cs"/>
              </a:defRPr>
            </a:lvl1pPr>
          </a:lstStyle>
          <a:p>
            <a:endParaRPr lang="de-AT"/>
          </a:p>
        </p:txBody>
      </p:sp>
      <p:sp>
        <p:nvSpPr>
          <p:cNvPr id="7" name="Slide Number Placeholder 6"/>
          <p:cNvSpPr>
            <a:spLocks noGrp="1"/>
          </p:cNvSpPr>
          <p:nvPr>
            <p:ph type="sldNum" sz="quarter" idx="5"/>
          </p:nvPr>
        </p:nvSpPr>
        <p:spPr>
          <a:xfrm>
            <a:off x="3848100" y="9432925"/>
            <a:ext cx="2944813" cy="498475"/>
          </a:xfrm>
          <a:prstGeom prst="rect">
            <a:avLst/>
          </a:prstGeom>
        </p:spPr>
        <p:txBody>
          <a:bodyPr vert="horz" lIns="91440" tIns="45720" rIns="91440" bIns="45720" rtlCol="0" anchor="b"/>
          <a:lstStyle>
            <a:lvl1pPr algn="r">
              <a:defRPr sz="1200">
                <a:latin typeface="+mn-lt"/>
                <a:ea typeface="+mn-ea"/>
                <a:cs typeface="+mn-cs"/>
              </a:defRPr>
            </a:lvl1pPr>
          </a:lstStyle>
          <a:p>
            <a:fld id="{E97C6A2F-F754-4DD1-BF41-9E670969E22A}" type="slidenum">
              <a:rPr lang="de-AT" smtClean="0"/>
              <a:pPr/>
              <a:t>‹#›</a:t>
            </a:fld>
            <a:endParaRPr lang="de-AT" dirty="0"/>
          </a:p>
        </p:txBody>
      </p:sp>
    </p:spTree>
    <p:extLst>
      <p:ext uri="{BB962C8B-B14F-4D97-AF65-F5344CB8AC3E}">
        <p14:creationId xmlns:p14="http://schemas.microsoft.com/office/powerpoint/2010/main" val="901228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8" userDrawn="1">
          <p15:clr>
            <a:srgbClr val="F26B43"/>
          </p15:clr>
        </p15:guide>
        <p15:guide id="2" pos="21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A77B-D714-4B24-8ED6-E01281F79841}" type="slidenum">
              <a:rPr lang="en-US" smtClean="0"/>
              <a:pPr/>
              <a:t>10</a:t>
            </a:fld>
            <a:endParaRPr lang="en-US"/>
          </a:p>
        </p:txBody>
      </p:sp>
    </p:spTree>
    <p:extLst>
      <p:ext uri="{BB962C8B-B14F-4D97-AF65-F5344CB8AC3E}">
        <p14:creationId xmlns:p14="http://schemas.microsoft.com/office/powerpoint/2010/main" val="2960691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Dark head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C3DEF57-294B-4D2E-A93B-097F663E76D3}"/>
              </a:ext>
              <a:ext uri="{C183D7F6-B498-43B3-948B-1728B52AA6E4}">
                <adec:decorative xmlns:adec="http://schemas.microsoft.com/office/drawing/2017/decorative" val="1"/>
              </a:ext>
            </a:extLst>
          </p:cNvPr>
          <p:cNvSpPr>
            <a:spLocks noGrp="1"/>
          </p:cNvSpPr>
          <p:nvPr>
            <p:ph type="pic" sz="quarter" idx="10"/>
          </p:nvPr>
        </p:nvSpPr>
        <p:spPr>
          <a:xfrm>
            <a:off x="0" y="2706083"/>
            <a:ext cx="13439775" cy="4853593"/>
          </a:xfrm>
        </p:spPr>
        <p:txBody>
          <a:bodyPr/>
          <a:lstStyle>
            <a:lvl1pPr>
              <a:defRPr>
                <a:latin typeface="+mn-lt"/>
                <a:ea typeface="+mn-ea"/>
                <a:cs typeface="+mn-cs"/>
              </a:defRPr>
            </a:lvl1pPr>
          </a:lstStyle>
          <a:p>
            <a:r>
              <a:rPr lang="en-US"/>
              <a:t>Click icon to add picture</a:t>
            </a:r>
          </a:p>
        </p:txBody>
      </p:sp>
      <p:grpSp>
        <p:nvGrpSpPr>
          <p:cNvPr id="3" name="Group 2">
            <a:extLst>
              <a:ext uri="{FF2B5EF4-FFF2-40B4-BE49-F238E27FC236}">
                <a16:creationId xmlns:a16="http://schemas.microsoft.com/office/drawing/2014/main" id="{8F0BF6F6-BCBE-432A-A626-692A0CC74AEB}"/>
              </a:ext>
              <a:ext uri="{C183D7F6-B498-43B3-948B-1728B52AA6E4}">
                <adec:decorative xmlns:adec="http://schemas.microsoft.com/office/drawing/2017/decorative" val="1"/>
              </a:ext>
            </a:extLst>
          </p:cNvPr>
          <p:cNvGrpSpPr/>
          <p:nvPr userDrawn="1"/>
        </p:nvGrpSpPr>
        <p:grpSpPr>
          <a:xfrm>
            <a:off x="0" y="0"/>
            <a:ext cx="13439775" cy="2706083"/>
            <a:chOff x="0" y="0"/>
            <a:chExt cx="13439775" cy="2706083"/>
          </a:xfrm>
        </p:grpSpPr>
        <p:sp>
          <p:nvSpPr>
            <p:cNvPr id="16" name="Rectangle 15">
              <a:extLst>
                <a:ext uri="{FF2B5EF4-FFF2-40B4-BE49-F238E27FC236}">
                  <a16:creationId xmlns:a16="http://schemas.microsoft.com/office/drawing/2014/main" id="{CE49E238-BCC4-46C1-AE0F-F39C137BEDA0}"/>
                </a:ext>
              </a:extLst>
            </p:cNvPr>
            <p:cNvSpPr/>
            <p:nvPr userDrawn="1"/>
          </p:nvSpPr>
          <p:spPr>
            <a:xfrm>
              <a:off x="0" y="0"/>
              <a:ext cx="13439775" cy="2706083"/>
            </a:xfrm>
            <a:prstGeom prst="rect">
              <a:avLst/>
            </a:prstGeom>
            <a:solidFill>
              <a:srgbClr val="323F4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sp>
          <p:nvSpPr>
            <p:cNvPr id="22" name="Rectangle 21">
              <a:extLst>
                <a:ext uri="{FF2B5EF4-FFF2-40B4-BE49-F238E27FC236}">
                  <a16:creationId xmlns:a16="http://schemas.microsoft.com/office/drawing/2014/main" id="{F00CB950-F3C1-48E7-A5F6-40EAD0724461}"/>
                </a:ext>
              </a:extLst>
            </p:cNvPr>
            <p:cNvSpPr/>
            <p:nvPr userDrawn="1"/>
          </p:nvSpPr>
          <p:spPr>
            <a:xfrm>
              <a:off x="0" y="2648483"/>
              <a:ext cx="13439775"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grpSp>
      <p:sp>
        <p:nvSpPr>
          <p:cNvPr id="17" name="Subtitle"/>
          <p:cNvSpPr>
            <a:spLocks noGrp="1"/>
          </p:cNvSpPr>
          <p:nvPr userDrawn="1">
            <p:ph type="subTitle" idx="1" hasCustomPrompt="1"/>
          </p:nvPr>
        </p:nvSpPr>
        <p:spPr>
          <a:xfrm>
            <a:off x="431800" y="1492552"/>
            <a:ext cx="10080000" cy="422405"/>
          </a:xfrm>
          <a:prstGeom prst="rect">
            <a:avLst/>
          </a:prstGeom>
          <a:noFill/>
        </p:spPr>
        <p:txBody>
          <a:bodyPr vert="horz" wrap="square" lIns="0" tIns="72000" rIns="0" bIns="72000" rtlCol="0" anchor="t" anchorCtr="0">
            <a:spAutoFit/>
          </a:bodyPr>
          <a:lstStyle>
            <a:lvl1pPr marL="0" indent="0">
              <a:spcBef>
                <a:spcPts val="600"/>
              </a:spcBef>
              <a:defRPr lang="en-US" sz="1800" dirty="0">
                <a:solidFill>
                  <a:schemeClr val="bg1"/>
                </a:solidFill>
                <a:latin typeface="+mn-lt"/>
                <a:ea typeface="+mn-ea"/>
                <a:cs typeface="+mn-cs"/>
              </a:defRPr>
            </a:lvl1pPr>
          </a:lstStyle>
          <a:p>
            <a:pPr lvl="0"/>
            <a:r>
              <a:rPr lang="en-US" dirty="0"/>
              <a:t>Click to edit subtitle</a:t>
            </a:r>
          </a:p>
        </p:txBody>
      </p:sp>
      <p:pic>
        <p:nvPicPr>
          <p:cNvPr id="28" name="LOGO">
            <a:extLst>
              <a:ext uri="{FF2B5EF4-FFF2-40B4-BE49-F238E27FC236}">
                <a16:creationId xmlns:a16="http://schemas.microsoft.com/office/drawing/2014/main" id="{70196C90-9D78-4D5F-8DD4-312347BECE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755630" y="257354"/>
            <a:ext cx="2577664" cy="1619100"/>
          </a:xfrm>
          <a:prstGeom prst="rect">
            <a:avLst/>
          </a:prstGeom>
        </p:spPr>
      </p:pic>
      <p:sp>
        <p:nvSpPr>
          <p:cNvPr id="31" name="Title 30">
            <a:extLst>
              <a:ext uri="{FF2B5EF4-FFF2-40B4-BE49-F238E27FC236}">
                <a16:creationId xmlns:a16="http://schemas.microsoft.com/office/drawing/2014/main" id="{6171736C-E0FC-23EB-345B-E361A941C87C}"/>
              </a:ext>
            </a:extLst>
          </p:cNvPr>
          <p:cNvSpPr>
            <a:spLocks noGrp="1"/>
          </p:cNvSpPr>
          <p:nvPr>
            <p:ph type="title"/>
          </p:nvPr>
        </p:nvSpPr>
        <p:spPr>
          <a:xfrm>
            <a:off x="431800" y="889200"/>
            <a:ext cx="10080000" cy="603352"/>
          </a:xfrm>
          <a:prstGeom prst="rect">
            <a:avLst/>
          </a:prstGeom>
        </p:spPr>
        <p:txBody>
          <a:bodyPr vert="horz" tIns="72000" bIns="72000"/>
          <a:lstStyle>
            <a:lvl1pPr>
              <a:lnSpc>
                <a:spcPct val="93000"/>
              </a:lnSpc>
              <a:buFontTx/>
              <a:defRPr sz="3200">
                <a:solidFill>
                  <a:schemeClr val="bg1"/>
                </a:solidFill>
                <a:latin typeface="+mn-lt"/>
                <a:ea typeface="+mn-ea"/>
                <a:cs typeface="+mn-cs"/>
              </a:defRPr>
            </a:lvl1pPr>
          </a:lstStyle>
          <a:p>
            <a:r>
              <a:rPr lang="en-US"/>
              <a:t>Click to edit Master title style</a:t>
            </a:r>
            <a:endParaRPr lang="en-US" dirty="0"/>
          </a:p>
        </p:txBody>
      </p:sp>
      <p:sp>
        <p:nvSpPr>
          <p:cNvPr id="5" name="Text Placeholder 5">
            <a:extLst>
              <a:ext uri="{FF2B5EF4-FFF2-40B4-BE49-F238E27FC236}">
                <a16:creationId xmlns:a16="http://schemas.microsoft.com/office/drawing/2014/main" id="{0B372C16-D086-07A2-25BD-02A2A57AE6A1}"/>
              </a:ext>
            </a:extLst>
          </p:cNvPr>
          <p:cNvSpPr>
            <a:spLocks noGrp="1"/>
          </p:cNvSpPr>
          <p:nvPr>
            <p:ph type="body" sz="quarter" idx="21" hasCustomPrompt="1"/>
          </p:nvPr>
        </p:nvSpPr>
        <p:spPr>
          <a:xfrm>
            <a:off x="0" y="2706083"/>
            <a:ext cx="6719887" cy="4853592"/>
          </a:xfrm>
          <a:gradFill flip="none" rotWithShape="1">
            <a:gsLst>
              <a:gs pos="0">
                <a:srgbClr val="141A1E">
                  <a:alpha val="0"/>
                </a:srgbClr>
              </a:gs>
              <a:gs pos="50000">
                <a:srgbClr val="141A1E">
                  <a:alpha val="40000"/>
                </a:srgbClr>
              </a:gs>
              <a:gs pos="100000">
                <a:srgbClr val="141A1E">
                  <a:alpha val="80000"/>
                </a:srgbClr>
              </a:gs>
            </a:gsLst>
            <a:lin ang="10800000" scaled="1"/>
            <a:tileRect/>
          </a:gradFill>
        </p:spPr>
        <p:txBody>
          <a:bodyPr vert="horz" wrap="square" lIns="432000" tIns="360000" rIns="432000" bIns="72000" rtlCol="0" anchor="t" anchorCtr="0">
            <a:noAutofit/>
          </a:bodyPr>
          <a:lstStyle>
            <a:lvl1pPr>
              <a:defRPr lang="en-US" sz="1400">
                <a:solidFill>
                  <a:schemeClr val="bg1"/>
                </a:solidFill>
              </a:defRPr>
            </a:lvl1pPr>
          </a:lstStyle>
          <a:p>
            <a:pPr lvl="0">
              <a:spcBef>
                <a:spcPts val="600"/>
              </a:spcBef>
            </a:pPr>
            <a:r>
              <a:rPr lang="en-US"/>
              <a:t>Click to edit location, date, participants</a:t>
            </a:r>
          </a:p>
        </p:txBody>
      </p:sp>
    </p:spTree>
    <p:extLst>
      <p:ext uri="{BB962C8B-B14F-4D97-AF65-F5344CB8AC3E}">
        <p14:creationId xmlns:p14="http://schemas.microsoft.com/office/powerpoint/2010/main" val="15470125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6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White header">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CF7679B-8BE7-4F20-B211-78A059ED7554}"/>
              </a:ext>
              <a:ext uri="{C183D7F6-B498-43B3-948B-1728B52AA6E4}">
                <adec:decorative xmlns:adec="http://schemas.microsoft.com/office/drawing/2017/decorative" val="1"/>
              </a:ext>
            </a:extLst>
          </p:cNvPr>
          <p:cNvGrpSpPr/>
          <p:nvPr userDrawn="1"/>
        </p:nvGrpSpPr>
        <p:grpSpPr>
          <a:xfrm>
            <a:off x="0" y="0"/>
            <a:ext cx="13439775" cy="2706083"/>
            <a:chOff x="0" y="0"/>
            <a:chExt cx="13439775" cy="2706083"/>
          </a:xfrm>
        </p:grpSpPr>
        <p:sp>
          <p:nvSpPr>
            <p:cNvPr id="27" name="Rectangle 26">
              <a:extLst>
                <a:ext uri="{FF2B5EF4-FFF2-40B4-BE49-F238E27FC236}">
                  <a16:creationId xmlns:a16="http://schemas.microsoft.com/office/drawing/2014/main" id="{064EF14A-6B78-4EF7-9A19-C79FB6CD3190}"/>
                </a:ext>
              </a:extLst>
            </p:cNvPr>
            <p:cNvSpPr/>
            <p:nvPr userDrawn="1"/>
          </p:nvSpPr>
          <p:spPr>
            <a:xfrm>
              <a:off x="0" y="0"/>
              <a:ext cx="13439775" cy="270608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28" name="Rectangle 27">
              <a:extLst>
                <a:ext uri="{FF2B5EF4-FFF2-40B4-BE49-F238E27FC236}">
                  <a16:creationId xmlns:a16="http://schemas.microsoft.com/office/drawing/2014/main" id="{5FCF3024-A80B-4F79-B996-D2C4A2369766}"/>
                </a:ext>
              </a:extLst>
            </p:cNvPr>
            <p:cNvSpPr/>
            <p:nvPr userDrawn="1"/>
          </p:nvSpPr>
          <p:spPr>
            <a:xfrm>
              <a:off x="0" y="2648483"/>
              <a:ext cx="13439775"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grpSp>
      <p:sp>
        <p:nvSpPr>
          <p:cNvPr id="20" name="Title">
            <a:extLst>
              <a:ext uri="{FF2B5EF4-FFF2-40B4-BE49-F238E27FC236}">
                <a16:creationId xmlns:a16="http://schemas.microsoft.com/office/drawing/2014/main" id="{D5C0C5B9-BE13-4A34-FC8E-4C624649EF89}"/>
              </a:ext>
            </a:extLst>
          </p:cNvPr>
          <p:cNvSpPr>
            <a:spLocks noGrp="1"/>
          </p:cNvSpPr>
          <p:nvPr>
            <p:ph type="title"/>
          </p:nvPr>
        </p:nvSpPr>
        <p:spPr>
          <a:xfrm>
            <a:off x="431800" y="889200"/>
            <a:ext cx="10080000" cy="603352"/>
          </a:xfrm>
          <a:prstGeom prst="rect">
            <a:avLst/>
          </a:prstGeom>
        </p:spPr>
        <p:txBody>
          <a:bodyPr vert="horz" wrap="square" lIns="0" tIns="72000" rIns="0" bIns="72000" rtlCol="0" anchor="b" anchorCtr="0">
            <a:spAutoFit/>
          </a:bodyPr>
          <a:lstStyle>
            <a:lvl1pPr>
              <a:buFontTx/>
              <a:defRPr lang="en-US" sz="3200" dirty="0">
                <a:solidFill>
                  <a:schemeClr val="tx1"/>
                </a:solidFill>
                <a:latin typeface="+mn-lt"/>
                <a:ea typeface="+mn-ea"/>
                <a:cs typeface="+mn-cs"/>
              </a:defRPr>
            </a:lvl1pPr>
          </a:lstStyle>
          <a:p>
            <a:pPr lvl="0">
              <a:lnSpc>
                <a:spcPct val="93000"/>
              </a:lnSpc>
            </a:pPr>
            <a:r>
              <a:rPr lang="en-US"/>
              <a:t>Click to edit Master title style</a:t>
            </a:r>
            <a:endParaRPr lang="en-US" dirty="0"/>
          </a:p>
        </p:txBody>
      </p:sp>
      <p:sp>
        <p:nvSpPr>
          <p:cNvPr id="17" name="Subtitle">
            <a:extLst>
              <a:ext uri="{C183D7F6-B498-43B3-948B-1728B52AA6E4}">
                <adec:decorative xmlns:adec="http://schemas.microsoft.com/office/drawing/2017/decorative" val="0"/>
              </a:ext>
            </a:extLst>
          </p:cNvPr>
          <p:cNvSpPr>
            <a:spLocks noGrp="1"/>
          </p:cNvSpPr>
          <p:nvPr>
            <p:ph type="subTitle" idx="1" hasCustomPrompt="1"/>
          </p:nvPr>
        </p:nvSpPr>
        <p:spPr>
          <a:xfrm>
            <a:off x="431800" y="1492552"/>
            <a:ext cx="10080000" cy="422405"/>
          </a:xfrm>
          <a:prstGeom prst="rect">
            <a:avLst/>
          </a:prstGeom>
          <a:noFill/>
        </p:spPr>
        <p:txBody>
          <a:bodyPr vert="horz" wrap="square" lIns="0" tIns="72000" rIns="0" bIns="72000" rtlCol="0" anchor="t" anchorCtr="0">
            <a:spAutoFit/>
          </a:bodyPr>
          <a:lstStyle>
            <a:lvl1pPr marL="0" indent="0">
              <a:spcBef>
                <a:spcPts val="600"/>
              </a:spcBef>
              <a:defRPr lang="en-US" sz="1800" dirty="0">
                <a:solidFill>
                  <a:schemeClr val="tx1"/>
                </a:solidFill>
                <a:latin typeface="+mn-lt"/>
                <a:ea typeface="+mn-ea"/>
                <a:cs typeface="+mn-cs"/>
              </a:defRPr>
            </a:lvl1pPr>
          </a:lstStyle>
          <a:p>
            <a:pPr lvl="0"/>
            <a:r>
              <a:rPr lang="en-US" dirty="0"/>
              <a:t>Click to edit subtitle</a:t>
            </a:r>
          </a:p>
        </p:txBody>
      </p:sp>
      <p:pic>
        <p:nvPicPr>
          <p:cNvPr id="9" name="LOGO">
            <a:extLst>
              <a:ext uri="{FF2B5EF4-FFF2-40B4-BE49-F238E27FC236}">
                <a16:creationId xmlns:a16="http://schemas.microsoft.com/office/drawing/2014/main" id="{DFDAD617-AE54-427F-9ED8-F3D08764F1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755630" y="257354"/>
            <a:ext cx="2577664" cy="1619100"/>
          </a:xfrm>
          <a:prstGeom prst="rect">
            <a:avLst/>
          </a:prstGeom>
        </p:spPr>
      </p:pic>
      <p:sp>
        <p:nvSpPr>
          <p:cNvPr id="2" name="Text Placeholder 5">
            <a:extLst>
              <a:ext uri="{FF2B5EF4-FFF2-40B4-BE49-F238E27FC236}">
                <a16:creationId xmlns:a16="http://schemas.microsoft.com/office/drawing/2014/main" id="{28C3CCFB-9B11-950A-CC7B-B27FDB3CF9DB}"/>
              </a:ext>
            </a:extLst>
          </p:cNvPr>
          <p:cNvSpPr>
            <a:spLocks noGrp="1"/>
          </p:cNvSpPr>
          <p:nvPr>
            <p:ph type="body" sz="quarter" idx="21" hasCustomPrompt="1"/>
          </p:nvPr>
        </p:nvSpPr>
        <p:spPr>
          <a:xfrm>
            <a:off x="0" y="2706083"/>
            <a:ext cx="6719887" cy="4853592"/>
          </a:xfrm>
          <a:gradFill flip="none" rotWithShape="1">
            <a:gsLst>
              <a:gs pos="0">
                <a:srgbClr val="141A1E">
                  <a:alpha val="0"/>
                </a:srgbClr>
              </a:gs>
              <a:gs pos="50000">
                <a:srgbClr val="141A1E">
                  <a:alpha val="40000"/>
                </a:srgbClr>
              </a:gs>
              <a:gs pos="100000">
                <a:srgbClr val="141A1E">
                  <a:alpha val="80000"/>
                </a:srgbClr>
              </a:gs>
            </a:gsLst>
            <a:lin ang="10800000" scaled="1"/>
            <a:tileRect/>
          </a:gradFill>
        </p:spPr>
        <p:txBody>
          <a:bodyPr vert="horz" wrap="square" lIns="432000" tIns="360000" rIns="432000" bIns="72000" rtlCol="0" anchor="t" anchorCtr="0">
            <a:noAutofit/>
          </a:bodyPr>
          <a:lstStyle>
            <a:lvl1pPr>
              <a:defRPr lang="en-US" sz="1400">
                <a:solidFill>
                  <a:schemeClr val="bg1"/>
                </a:solidFill>
              </a:defRPr>
            </a:lvl1pPr>
          </a:lstStyle>
          <a:p>
            <a:pPr lvl="0">
              <a:spcBef>
                <a:spcPts val="600"/>
              </a:spcBef>
            </a:pPr>
            <a:r>
              <a:rPr lang="en-US"/>
              <a:t>Click to edit location, date, participants</a:t>
            </a:r>
          </a:p>
        </p:txBody>
      </p:sp>
      <p:sp>
        <p:nvSpPr>
          <p:cNvPr id="22" name="Picture Placeholder 21">
            <a:extLst>
              <a:ext uri="{FF2B5EF4-FFF2-40B4-BE49-F238E27FC236}">
                <a16:creationId xmlns:a16="http://schemas.microsoft.com/office/drawing/2014/main" id="{C6FCC62F-521A-4C9A-ADCE-B909341E237A}"/>
              </a:ext>
              <a:ext uri="{C183D7F6-B498-43B3-948B-1728B52AA6E4}">
                <adec:decorative xmlns:adec="http://schemas.microsoft.com/office/drawing/2017/decorative" val="1"/>
              </a:ext>
            </a:extLst>
          </p:cNvPr>
          <p:cNvSpPr>
            <a:spLocks noGrp="1"/>
          </p:cNvSpPr>
          <p:nvPr>
            <p:ph type="pic" sz="quarter" idx="10"/>
          </p:nvPr>
        </p:nvSpPr>
        <p:spPr>
          <a:xfrm>
            <a:off x="0" y="2706083"/>
            <a:ext cx="13439775" cy="4852987"/>
          </a:xfrm>
        </p:spPr>
        <p:txBody>
          <a:bodyPr/>
          <a:lstStyle>
            <a:lvl1pPr>
              <a:defRPr>
                <a:latin typeface="+mn-lt"/>
                <a:ea typeface="+mn-ea"/>
                <a:cs typeface="+mn-cs"/>
              </a:defRPr>
            </a:lvl1pPr>
          </a:lstStyle>
          <a:p>
            <a:r>
              <a:rPr lang="en-US"/>
              <a:t>Click icon to add picture</a:t>
            </a:r>
          </a:p>
        </p:txBody>
      </p:sp>
    </p:spTree>
    <p:extLst>
      <p:ext uri="{BB962C8B-B14F-4D97-AF65-F5344CB8AC3E}">
        <p14:creationId xmlns:p14="http://schemas.microsoft.com/office/powerpoint/2010/main" val="2032803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vertical - Dark head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C3DEF57-294B-4D2E-A93B-097F663E76D3}"/>
              </a:ext>
              <a:ext uri="{C183D7F6-B498-43B3-948B-1728B52AA6E4}">
                <adec:decorative xmlns:adec="http://schemas.microsoft.com/office/drawing/2017/decorative" val="1"/>
              </a:ext>
            </a:extLst>
          </p:cNvPr>
          <p:cNvSpPr>
            <a:spLocks noGrp="1"/>
          </p:cNvSpPr>
          <p:nvPr>
            <p:ph type="pic" sz="quarter" idx="10"/>
          </p:nvPr>
        </p:nvSpPr>
        <p:spPr>
          <a:xfrm>
            <a:off x="5286801" y="1"/>
            <a:ext cx="8152973" cy="7559676"/>
          </a:xfrm>
        </p:spPr>
        <p:txBody>
          <a:bodyPr/>
          <a:lstStyle>
            <a:lvl1pPr>
              <a:defRPr>
                <a:latin typeface="+mn-lt"/>
                <a:ea typeface="+mn-ea"/>
                <a:cs typeface="+mn-cs"/>
              </a:defRPr>
            </a:lvl1pPr>
          </a:lstStyle>
          <a:p>
            <a:r>
              <a:rPr lang="en-US"/>
              <a:t>Click icon to add picture</a:t>
            </a:r>
          </a:p>
        </p:txBody>
      </p:sp>
      <p:sp>
        <p:nvSpPr>
          <p:cNvPr id="16" name="Rectangle 15">
            <a:extLst>
              <a:ext uri="{FF2B5EF4-FFF2-40B4-BE49-F238E27FC236}">
                <a16:creationId xmlns:a16="http://schemas.microsoft.com/office/drawing/2014/main" id="{CE49E238-BCC4-46C1-AE0F-F39C137BEDA0}"/>
              </a:ext>
              <a:ext uri="{C183D7F6-B498-43B3-948B-1728B52AA6E4}">
                <adec:decorative xmlns:adec="http://schemas.microsoft.com/office/drawing/2017/decorative" val="1"/>
              </a:ext>
            </a:extLst>
          </p:cNvPr>
          <p:cNvSpPr/>
          <p:nvPr userDrawn="1"/>
        </p:nvSpPr>
        <p:spPr>
          <a:xfrm rot="16200000">
            <a:off x="-1165238" y="1165230"/>
            <a:ext cx="7559677" cy="5229201"/>
          </a:xfrm>
          <a:prstGeom prst="rect">
            <a:avLst/>
          </a:prstGeom>
          <a:solidFill>
            <a:srgbClr val="323F4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sp>
        <p:nvSpPr>
          <p:cNvPr id="31" name="Title 30">
            <a:extLst>
              <a:ext uri="{FF2B5EF4-FFF2-40B4-BE49-F238E27FC236}">
                <a16:creationId xmlns:a16="http://schemas.microsoft.com/office/drawing/2014/main" id="{6171736C-E0FC-23EB-345B-E361A941C87C}"/>
              </a:ext>
            </a:extLst>
          </p:cNvPr>
          <p:cNvSpPr>
            <a:spLocks noGrp="1"/>
          </p:cNvSpPr>
          <p:nvPr userDrawn="1">
            <p:ph type="title"/>
          </p:nvPr>
        </p:nvSpPr>
        <p:spPr>
          <a:xfrm>
            <a:off x="431800" y="2813644"/>
            <a:ext cx="4491038" cy="946908"/>
          </a:xfrm>
          <a:prstGeom prst="rect">
            <a:avLst/>
          </a:prstGeom>
        </p:spPr>
        <p:txBody>
          <a:bodyPr vert="horz" tIns="72000" bIns="72000"/>
          <a:lstStyle>
            <a:lvl1pPr>
              <a:lnSpc>
                <a:spcPct val="93000"/>
              </a:lnSpc>
              <a:buFontTx/>
              <a:defRPr sz="2800">
                <a:solidFill>
                  <a:schemeClr val="bg1"/>
                </a:solidFill>
                <a:latin typeface="+mn-lt"/>
                <a:ea typeface="+mn-ea"/>
                <a:cs typeface="+mn-cs"/>
              </a:defRPr>
            </a:lvl1pPr>
          </a:lstStyle>
          <a:p>
            <a:r>
              <a:rPr lang="en-US"/>
              <a:t>Click to edit Master title style</a:t>
            </a:r>
            <a:endParaRPr lang="en-US" dirty="0"/>
          </a:p>
        </p:txBody>
      </p:sp>
      <p:sp>
        <p:nvSpPr>
          <p:cNvPr id="17" name="Subtitle"/>
          <p:cNvSpPr>
            <a:spLocks noGrp="1"/>
          </p:cNvSpPr>
          <p:nvPr userDrawn="1">
            <p:ph type="subTitle" idx="1" hasCustomPrompt="1"/>
          </p:nvPr>
        </p:nvSpPr>
        <p:spPr>
          <a:xfrm>
            <a:off x="431800" y="3760552"/>
            <a:ext cx="4491038" cy="422405"/>
          </a:xfrm>
          <a:prstGeom prst="rect">
            <a:avLst/>
          </a:prstGeom>
          <a:noFill/>
        </p:spPr>
        <p:txBody>
          <a:bodyPr vert="horz" wrap="square" lIns="0" tIns="72000" rIns="0" bIns="72000" rtlCol="0" anchor="t" anchorCtr="0">
            <a:spAutoFit/>
          </a:bodyPr>
          <a:lstStyle>
            <a:lvl1pPr marL="0" indent="0">
              <a:spcBef>
                <a:spcPts val="600"/>
              </a:spcBef>
              <a:defRPr lang="en-US" sz="1800" dirty="0">
                <a:solidFill>
                  <a:schemeClr val="bg1"/>
                </a:solidFill>
                <a:latin typeface="+mn-lt"/>
                <a:ea typeface="+mn-ea"/>
                <a:cs typeface="+mn-cs"/>
              </a:defRPr>
            </a:lvl1pPr>
          </a:lstStyle>
          <a:p>
            <a:pPr lvl="0"/>
            <a:r>
              <a:rPr lang="en-US" dirty="0"/>
              <a:t>Click to edit subtitle</a:t>
            </a:r>
          </a:p>
        </p:txBody>
      </p:sp>
      <p:sp>
        <p:nvSpPr>
          <p:cNvPr id="12" name="Text Placeholder 11">
            <a:extLst>
              <a:ext uri="{FF2B5EF4-FFF2-40B4-BE49-F238E27FC236}">
                <a16:creationId xmlns:a16="http://schemas.microsoft.com/office/drawing/2014/main" id="{5080E02D-0B35-8CDD-87B5-DB82BB4810D6}"/>
              </a:ext>
            </a:extLst>
          </p:cNvPr>
          <p:cNvSpPr>
            <a:spLocks noGrp="1"/>
          </p:cNvSpPr>
          <p:nvPr>
            <p:ph type="body" sz="quarter" idx="11" hasCustomPrompt="1"/>
          </p:nvPr>
        </p:nvSpPr>
        <p:spPr>
          <a:xfrm>
            <a:off x="431800" y="5722392"/>
            <a:ext cx="4491037" cy="1261021"/>
          </a:xfrm>
        </p:spPr>
        <p:txBody>
          <a:bodyPr anchor="b" anchorCtr="0"/>
          <a:lstStyle>
            <a:lvl1pPr>
              <a:defRPr sz="1200">
                <a:solidFill>
                  <a:schemeClr val="bg1"/>
                </a:solidFill>
                <a:latin typeface="+mn-lt"/>
                <a:ea typeface="+mn-ea"/>
                <a:cs typeface="+mn-cs"/>
              </a:defRPr>
            </a:lvl1pPr>
            <a:lvl2pPr marL="182563" indent="-182563">
              <a:defRPr sz="1200">
                <a:solidFill>
                  <a:schemeClr val="bg1"/>
                </a:solidFill>
                <a:latin typeface="+mn-lt"/>
                <a:ea typeface="+mn-ea"/>
                <a:cs typeface="+mn-cs"/>
              </a:defRPr>
            </a:lvl2pPr>
            <a:lvl3pPr marL="182563" indent="-182563">
              <a:defRPr sz="1200">
                <a:solidFill>
                  <a:schemeClr val="bg1"/>
                </a:solidFill>
                <a:latin typeface="+mn-lt"/>
                <a:ea typeface="+mn-ea"/>
                <a:cs typeface="+mn-cs"/>
              </a:defRPr>
            </a:lvl3pPr>
            <a:lvl4pPr marL="182563" indent="-182563">
              <a:defRPr sz="1200">
                <a:solidFill>
                  <a:schemeClr val="bg1"/>
                </a:solidFill>
                <a:latin typeface="+mn-lt"/>
                <a:ea typeface="+mn-ea"/>
                <a:cs typeface="+mn-cs"/>
              </a:defRPr>
            </a:lvl4pPr>
            <a:lvl5pPr marL="0" indent="0">
              <a:buNone/>
              <a:defRPr sz="1200">
                <a:solidFill>
                  <a:schemeClr val="bg1"/>
                </a:solidFill>
                <a:latin typeface="+mn-lt"/>
                <a:ea typeface="+mn-ea"/>
                <a:cs typeface="+mn-cs"/>
              </a:defRPr>
            </a:lvl5pPr>
          </a:lstStyle>
          <a:p>
            <a:pPr lvl="0"/>
            <a:r>
              <a:rPr lang="en-US" dirty="0"/>
              <a:t>Click to add </a:t>
            </a:r>
            <a:br>
              <a:rPr lang="en-US" dirty="0"/>
            </a:br>
            <a:r>
              <a:rPr lang="en-US" dirty="0"/>
              <a:t>Location, date</a:t>
            </a:r>
            <a:br>
              <a:rPr lang="en-US" dirty="0"/>
            </a:br>
            <a:r>
              <a:rPr lang="en-US" dirty="0"/>
              <a:t>Participants, role</a:t>
            </a:r>
          </a:p>
        </p:txBody>
      </p:sp>
      <p:pic>
        <p:nvPicPr>
          <p:cNvPr id="4" name="LOGO">
            <a:extLst>
              <a:ext uri="{FF2B5EF4-FFF2-40B4-BE49-F238E27FC236}">
                <a16:creationId xmlns:a16="http://schemas.microsoft.com/office/drawing/2014/main" id="{EBF0692E-ABED-37B8-D737-390B294B88A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4476" y="257303"/>
            <a:ext cx="2577664" cy="1619099"/>
          </a:xfrm>
          <a:prstGeom prst="rect">
            <a:avLst/>
          </a:prstGeom>
        </p:spPr>
      </p:pic>
      <p:sp>
        <p:nvSpPr>
          <p:cNvPr id="9" name="Rectangle 8">
            <a:extLst>
              <a:ext uri="{FF2B5EF4-FFF2-40B4-BE49-F238E27FC236}">
                <a16:creationId xmlns:a16="http://schemas.microsoft.com/office/drawing/2014/main" id="{9B5EBE39-4CF7-AAA5-55B1-83B94960D537}"/>
              </a:ext>
              <a:ext uri="{C183D7F6-B498-43B3-948B-1728B52AA6E4}">
                <adec:decorative xmlns:adec="http://schemas.microsoft.com/office/drawing/2017/decorative" val="1"/>
              </a:ext>
            </a:extLst>
          </p:cNvPr>
          <p:cNvSpPr/>
          <p:nvPr userDrawn="1"/>
        </p:nvSpPr>
        <p:spPr>
          <a:xfrm rot="16200000">
            <a:off x="1478163" y="3751037"/>
            <a:ext cx="7559677"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spTree>
    <p:extLst>
      <p:ext uri="{BB962C8B-B14F-4D97-AF65-F5344CB8AC3E}">
        <p14:creationId xmlns:p14="http://schemas.microsoft.com/office/powerpoint/2010/main" val="14826499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vertical - White head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C3DEF57-294B-4D2E-A93B-097F663E76D3}"/>
              </a:ext>
              <a:ext uri="{C183D7F6-B498-43B3-948B-1728B52AA6E4}">
                <adec:decorative xmlns:adec="http://schemas.microsoft.com/office/drawing/2017/decorative" val="1"/>
              </a:ext>
            </a:extLst>
          </p:cNvPr>
          <p:cNvSpPr>
            <a:spLocks noGrp="1"/>
          </p:cNvSpPr>
          <p:nvPr>
            <p:ph type="pic" sz="quarter" idx="10"/>
          </p:nvPr>
        </p:nvSpPr>
        <p:spPr>
          <a:xfrm>
            <a:off x="5286800" y="1"/>
            <a:ext cx="8153896" cy="7559676"/>
          </a:xfrm>
        </p:spPr>
        <p:txBody>
          <a:bodyPr/>
          <a:lstStyle>
            <a:lvl1pPr>
              <a:defRPr>
                <a:latin typeface="+mn-lt"/>
                <a:ea typeface="+mn-ea"/>
                <a:cs typeface="+mn-cs"/>
              </a:defRPr>
            </a:lvl1pPr>
          </a:lstStyle>
          <a:p>
            <a:r>
              <a:rPr lang="en-US"/>
              <a:t>Click icon to add picture</a:t>
            </a:r>
          </a:p>
        </p:txBody>
      </p:sp>
      <p:sp>
        <p:nvSpPr>
          <p:cNvPr id="31" name="Title 30">
            <a:extLst>
              <a:ext uri="{FF2B5EF4-FFF2-40B4-BE49-F238E27FC236}">
                <a16:creationId xmlns:a16="http://schemas.microsoft.com/office/drawing/2014/main" id="{6171736C-E0FC-23EB-345B-E361A941C87C}"/>
              </a:ext>
            </a:extLst>
          </p:cNvPr>
          <p:cNvSpPr>
            <a:spLocks noGrp="1"/>
          </p:cNvSpPr>
          <p:nvPr userDrawn="1">
            <p:ph type="title"/>
          </p:nvPr>
        </p:nvSpPr>
        <p:spPr>
          <a:xfrm>
            <a:off x="431800" y="2813644"/>
            <a:ext cx="4491040" cy="946908"/>
          </a:xfrm>
          <a:prstGeom prst="rect">
            <a:avLst/>
          </a:prstGeom>
        </p:spPr>
        <p:txBody>
          <a:bodyPr vert="horz" tIns="72000" bIns="72000"/>
          <a:lstStyle>
            <a:lvl1pPr>
              <a:lnSpc>
                <a:spcPct val="93000"/>
              </a:lnSpc>
              <a:buFontTx/>
              <a:defRPr sz="2800">
                <a:solidFill>
                  <a:schemeClr val="tx1"/>
                </a:solidFill>
                <a:latin typeface="+mn-lt"/>
                <a:ea typeface="+mn-ea"/>
                <a:cs typeface="+mn-cs"/>
              </a:defRPr>
            </a:lvl1pPr>
          </a:lstStyle>
          <a:p>
            <a:r>
              <a:rPr lang="en-US"/>
              <a:t>Click to edit Master title style</a:t>
            </a:r>
            <a:endParaRPr lang="en-US" dirty="0"/>
          </a:p>
        </p:txBody>
      </p:sp>
      <p:sp>
        <p:nvSpPr>
          <p:cNvPr id="17" name="Subtitle"/>
          <p:cNvSpPr>
            <a:spLocks noGrp="1"/>
          </p:cNvSpPr>
          <p:nvPr userDrawn="1">
            <p:ph type="subTitle" idx="1" hasCustomPrompt="1"/>
          </p:nvPr>
        </p:nvSpPr>
        <p:spPr>
          <a:xfrm>
            <a:off x="431800" y="3760552"/>
            <a:ext cx="4491040" cy="422405"/>
          </a:xfrm>
          <a:prstGeom prst="rect">
            <a:avLst/>
          </a:prstGeom>
          <a:noFill/>
        </p:spPr>
        <p:txBody>
          <a:bodyPr vert="horz" wrap="square" lIns="0" tIns="72000" rIns="0" bIns="72000" rtlCol="0" anchor="t" anchorCtr="0">
            <a:spAutoFit/>
          </a:bodyPr>
          <a:lstStyle>
            <a:lvl1pPr marL="0" indent="0">
              <a:spcBef>
                <a:spcPts val="600"/>
              </a:spcBef>
              <a:defRPr lang="en-US" sz="1800" dirty="0">
                <a:solidFill>
                  <a:schemeClr val="tx1"/>
                </a:solidFill>
                <a:latin typeface="+mn-lt"/>
                <a:ea typeface="+mn-ea"/>
                <a:cs typeface="+mn-cs"/>
              </a:defRPr>
            </a:lvl1pPr>
          </a:lstStyle>
          <a:p>
            <a:pPr lvl="0"/>
            <a:r>
              <a:rPr lang="en-US" dirty="0"/>
              <a:t>Click to edit subtitle</a:t>
            </a:r>
          </a:p>
        </p:txBody>
      </p:sp>
      <p:pic>
        <p:nvPicPr>
          <p:cNvPr id="8" name="LOGO">
            <a:extLst>
              <a:ext uri="{FF2B5EF4-FFF2-40B4-BE49-F238E27FC236}">
                <a16:creationId xmlns:a16="http://schemas.microsoft.com/office/drawing/2014/main" id="{851776AA-5C3E-C696-6C37-31B5C033F0D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4476" y="257303"/>
            <a:ext cx="2577664" cy="1619099"/>
          </a:xfrm>
          <a:prstGeom prst="rect">
            <a:avLst/>
          </a:prstGeom>
        </p:spPr>
      </p:pic>
      <p:sp>
        <p:nvSpPr>
          <p:cNvPr id="9" name="Text Placeholder 11">
            <a:extLst>
              <a:ext uri="{FF2B5EF4-FFF2-40B4-BE49-F238E27FC236}">
                <a16:creationId xmlns:a16="http://schemas.microsoft.com/office/drawing/2014/main" id="{B5F4EDBE-AE36-5C1D-1CF5-80743BCB8F68}"/>
              </a:ext>
            </a:extLst>
          </p:cNvPr>
          <p:cNvSpPr>
            <a:spLocks noGrp="1"/>
          </p:cNvSpPr>
          <p:nvPr>
            <p:ph type="body" sz="quarter" idx="11" hasCustomPrompt="1"/>
          </p:nvPr>
        </p:nvSpPr>
        <p:spPr>
          <a:xfrm>
            <a:off x="431799" y="5722392"/>
            <a:ext cx="4491039" cy="1261021"/>
          </a:xfrm>
        </p:spPr>
        <p:txBody>
          <a:bodyPr anchor="b" anchorCtr="0"/>
          <a:lstStyle>
            <a:lvl1pPr>
              <a:defRPr sz="1200" b="0">
                <a:solidFill>
                  <a:schemeClr val="tx1"/>
                </a:solidFill>
                <a:latin typeface="+mn-lt"/>
                <a:ea typeface="+mn-ea"/>
                <a:cs typeface="+mn-cs"/>
              </a:defRPr>
            </a:lvl1pPr>
            <a:lvl2pPr marL="182563" indent="-182563">
              <a:defRPr sz="1200">
                <a:solidFill>
                  <a:schemeClr val="tx1"/>
                </a:solidFill>
                <a:latin typeface="+mn-lt"/>
                <a:ea typeface="+mn-ea"/>
                <a:cs typeface="+mn-cs"/>
              </a:defRPr>
            </a:lvl2pPr>
            <a:lvl3pPr marL="182563" indent="-182563">
              <a:defRPr sz="1200">
                <a:solidFill>
                  <a:schemeClr val="tx1"/>
                </a:solidFill>
                <a:latin typeface="+mn-lt"/>
                <a:ea typeface="+mn-ea"/>
                <a:cs typeface="+mn-cs"/>
              </a:defRPr>
            </a:lvl3pPr>
            <a:lvl4pPr marL="182563" indent="-182563">
              <a:defRPr sz="1200">
                <a:solidFill>
                  <a:schemeClr val="tx1"/>
                </a:solidFill>
                <a:latin typeface="+mn-lt"/>
                <a:ea typeface="+mn-ea"/>
                <a:cs typeface="+mn-cs"/>
              </a:defRPr>
            </a:lvl4pPr>
            <a:lvl5pPr marL="182563" indent="-182563">
              <a:defRPr sz="1200">
                <a:solidFill>
                  <a:schemeClr val="tx1"/>
                </a:solidFill>
                <a:latin typeface="+mn-lt"/>
                <a:ea typeface="+mn-ea"/>
                <a:cs typeface="+mn-cs"/>
              </a:defRPr>
            </a:lvl5pPr>
          </a:lstStyle>
          <a:p>
            <a:pPr lvl="0"/>
            <a:r>
              <a:rPr lang="en-US" dirty="0"/>
              <a:t>Click to add </a:t>
            </a:r>
            <a:br>
              <a:rPr lang="en-US" dirty="0"/>
            </a:br>
            <a:r>
              <a:rPr lang="en-US" dirty="0"/>
              <a:t>Location, date</a:t>
            </a:r>
            <a:br>
              <a:rPr lang="en-US" dirty="0"/>
            </a:br>
            <a:r>
              <a:rPr lang="en-US" dirty="0"/>
              <a:t>Participants, role</a:t>
            </a:r>
          </a:p>
        </p:txBody>
      </p:sp>
      <p:sp>
        <p:nvSpPr>
          <p:cNvPr id="2" name="Rectangle 1">
            <a:extLst>
              <a:ext uri="{FF2B5EF4-FFF2-40B4-BE49-F238E27FC236}">
                <a16:creationId xmlns:a16="http://schemas.microsoft.com/office/drawing/2014/main" id="{29298C3F-BCAA-91D8-016F-DF85B9408F0D}"/>
              </a:ext>
              <a:ext uri="{C183D7F6-B498-43B3-948B-1728B52AA6E4}">
                <adec:decorative xmlns:adec="http://schemas.microsoft.com/office/drawing/2017/decorative" val="1"/>
              </a:ext>
            </a:extLst>
          </p:cNvPr>
          <p:cNvSpPr/>
          <p:nvPr userDrawn="1"/>
        </p:nvSpPr>
        <p:spPr>
          <a:xfrm rot="16200000">
            <a:off x="1478161" y="3751037"/>
            <a:ext cx="7559677"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spTree>
    <p:extLst>
      <p:ext uri="{BB962C8B-B14F-4D97-AF65-F5344CB8AC3E}">
        <p14:creationId xmlns:p14="http://schemas.microsoft.com/office/powerpoint/2010/main" val="19225510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 White title only">
    <p:spTree>
      <p:nvGrpSpPr>
        <p:cNvPr id="1" name=""/>
        <p:cNvGrpSpPr/>
        <p:nvPr/>
      </p:nvGrpSpPr>
      <p:grpSpPr>
        <a:xfrm>
          <a:off x="0" y="0"/>
          <a:ext cx="0" cy="0"/>
          <a:chOff x="0" y="0"/>
          <a:chExt cx="0" cy="0"/>
        </a:xfrm>
      </p:grpSpPr>
      <p:sp>
        <p:nvSpPr>
          <p:cNvPr id="6" name="Navigator">
            <a:extLst>
              <a:ext uri="{FF2B5EF4-FFF2-40B4-BE49-F238E27FC236}">
                <a16:creationId xmlns:a16="http://schemas.microsoft.com/office/drawing/2014/main" id="{C24E1A5C-BE7B-4830-912C-BB48DFF8E210}"/>
              </a:ext>
            </a:extLst>
          </p:cNvPr>
          <p:cNvSpPr>
            <a:spLocks noGrp="1"/>
          </p:cNvSpPr>
          <p:nvPr>
            <p:ph type="body" sz="quarter" idx="19" hasCustomPrompt="1"/>
          </p:nvPr>
        </p:nvSpPr>
        <p:spPr>
          <a:xfrm>
            <a:off x="431800" y="105667"/>
            <a:ext cx="6178550"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32" name="Title">
            <a:extLst>
              <a:ext uri="{FF2B5EF4-FFF2-40B4-BE49-F238E27FC236}">
                <a16:creationId xmlns:a16="http://schemas.microsoft.com/office/drawing/2014/main" id="{8F37AAA4-D1D7-C953-714B-C4DFBB4F12A5}"/>
              </a:ext>
            </a:extLst>
          </p:cNvPr>
          <p:cNvSpPr>
            <a:spLocks noGrp="1"/>
          </p:cNvSpPr>
          <p:nvPr>
            <p:ph type="title" hasCustomPrompt="1"/>
          </p:nvPr>
        </p:nvSpPr>
        <p:spPr>
          <a:xfrm>
            <a:off x="431800" y="750777"/>
            <a:ext cx="12576175" cy="307777"/>
          </a:xfrm>
          <a:prstGeom prst="rect">
            <a:avLst/>
          </a:prstGeom>
        </p:spPr>
        <p:txBody>
          <a:bodyPr vert="horz" wrap="square" lIns="0" tIns="0" rIns="0" bIns="0" rtlCol="0" anchor="b" anchorCtr="0">
            <a:spAutoFit/>
          </a:bodyPr>
          <a:lstStyle>
            <a:lvl1pPr>
              <a:defRPr lang="en-US" dirty="0"/>
            </a:lvl1pPr>
          </a:lstStyle>
          <a:p>
            <a:pPr lvl="0"/>
            <a:r>
              <a:rPr lang="en-US" dirty="0"/>
              <a:t>Click to edit title</a:t>
            </a:r>
          </a:p>
        </p:txBody>
      </p:sp>
      <p:sp>
        <p:nvSpPr>
          <p:cNvPr id="2" name="Footer"/>
          <p:cNvSpPr>
            <a:spLocks noGrp="1"/>
          </p:cNvSpPr>
          <p:nvPr>
            <p:ph type="ftr" sz="quarter" idx="17"/>
          </p:nvPr>
        </p:nvSpPr>
        <p:spPr>
          <a:xfrm>
            <a:off x="1210340" y="7307632"/>
            <a:ext cx="10411747" cy="107722"/>
          </a:xfrm>
        </p:spPr>
        <p:txBody>
          <a:bodyPr/>
          <a:lstStyle>
            <a:lvl1pPr>
              <a:defRPr sz="700">
                <a:solidFill>
                  <a:schemeClr val="bg1">
                    <a:lumMod val="50000"/>
                  </a:schemeClr>
                </a:solidFill>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431800" y="7124564"/>
            <a:ext cx="11190288"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7" name="Slide Number">
            <a:extLst>
              <a:ext uri="{FF2B5EF4-FFF2-40B4-BE49-F238E27FC236}">
                <a16:creationId xmlns:a16="http://schemas.microsoft.com/office/drawing/2014/main" id="{1F892CB8-D8B0-8F9E-FE2C-ABDD8381A82F}"/>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dirty="0"/>
          </a:p>
        </p:txBody>
      </p:sp>
      <p:pic>
        <p:nvPicPr>
          <p:cNvPr id="4" name="ShortLOGO">
            <a:extLst>
              <a:ext uri="{FF2B5EF4-FFF2-40B4-BE49-F238E27FC236}">
                <a16:creationId xmlns:a16="http://schemas.microsoft.com/office/drawing/2014/main" id="{5CD3F85A-57AD-767B-0412-669B67DEED4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69945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White">
    <p:spTree>
      <p:nvGrpSpPr>
        <p:cNvPr id="1" name=""/>
        <p:cNvGrpSpPr/>
        <p:nvPr/>
      </p:nvGrpSpPr>
      <p:grpSpPr>
        <a:xfrm>
          <a:off x="0" y="0"/>
          <a:ext cx="0" cy="0"/>
          <a:chOff x="0" y="0"/>
          <a:chExt cx="0" cy="0"/>
        </a:xfrm>
      </p:grpSpPr>
      <p:sp>
        <p:nvSpPr>
          <p:cNvPr id="6" name="Navigator">
            <a:extLst>
              <a:ext uri="{FF2B5EF4-FFF2-40B4-BE49-F238E27FC236}">
                <a16:creationId xmlns:a16="http://schemas.microsoft.com/office/drawing/2014/main" id="{C24E1A5C-BE7B-4830-912C-BB48DFF8E210}"/>
              </a:ext>
            </a:extLst>
          </p:cNvPr>
          <p:cNvSpPr>
            <a:spLocks noGrp="1"/>
          </p:cNvSpPr>
          <p:nvPr>
            <p:ph type="body" sz="quarter" idx="19" hasCustomPrompt="1"/>
          </p:nvPr>
        </p:nvSpPr>
        <p:spPr>
          <a:xfrm>
            <a:off x="431800" y="105667"/>
            <a:ext cx="6178550"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32" name="Title">
            <a:extLst>
              <a:ext uri="{FF2B5EF4-FFF2-40B4-BE49-F238E27FC236}">
                <a16:creationId xmlns:a16="http://schemas.microsoft.com/office/drawing/2014/main" id="{8F37AAA4-D1D7-C953-714B-C4DFBB4F12A5}"/>
              </a:ext>
            </a:extLst>
          </p:cNvPr>
          <p:cNvSpPr>
            <a:spLocks noGrp="1"/>
          </p:cNvSpPr>
          <p:nvPr>
            <p:ph type="title" hasCustomPrompt="1"/>
          </p:nvPr>
        </p:nvSpPr>
        <p:spPr>
          <a:xfrm>
            <a:off x="431800" y="750777"/>
            <a:ext cx="12572376" cy="307777"/>
          </a:xfrm>
          <a:prstGeom prst="rect">
            <a:avLst/>
          </a:prstGeom>
        </p:spPr>
        <p:txBody>
          <a:bodyPr vert="horz" lIns="0" tIns="0" rIns="0" bIns="0" rtlCol="0" anchor="b" anchorCtr="0">
            <a:spAutoFit/>
          </a:bodyPr>
          <a:lstStyle>
            <a:lvl1pPr>
              <a:defRPr lang="en-US"/>
            </a:lvl1pPr>
          </a:lstStyle>
          <a:p>
            <a:pPr lvl="0"/>
            <a:r>
              <a:rPr lang="en-US" dirty="0"/>
              <a:t>Click to edit title</a:t>
            </a:r>
          </a:p>
        </p:txBody>
      </p:sp>
      <p:sp>
        <p:nvSpPr>
          <p:cNvPr id="23" name="Subtitle"/>
          <p:cNvSpPr>
            <a:spLocks noGrp="1"/>
          </p:cNvSpPr>
          <p:nvPr>
            <p:ph type="subTitle" idx="13" hasCustomPrompt="1"/>
          </p:nvPr>
        </p:nvSpPr>
        <p:spPr>
          <a:xfrm>
            <a:off x="431800" y="1152000"/>
            <a:ext cx="12572376" cy="311654"/>
          </a:xfrm>
          <a:prstGeom prst="rect">
            <a:avLst/>
          </a:prstGeom>
        </p:spPr>
        <p:txBody>
          <a:bodyPr vert="horz" wrap="square" lIns="0" tIns="64800" rIns="0" bIns="0" rtlCol="0">
            <a:spAutoFit/>
          </a:bodyPr>
          <a:lstStyle>
            <a:lvl1pPr>
              <a:spcBef>
                <a:spcPts val="600"/>
              </a:spcBef>
              <a:defRPr lang="en-US" sz="1600" dirty="0">
                <a:solidFill>
                  <a:schemeClr val="tx1"/>
                </a:solidFill>
                <a:latin typeface="+mn-lt"/>
                <a:ea typeface="+mn-ea"/>
                <a:cs typeface="+mn-cs"/>
              </a:defRPr>
            </a:lvl1pPr>
          </a:lstStyle>
          <a:p>
            <a:pPr marL="0" lvl="0" indent="0">
              <a:spcBef>
                <a:spcPts val="0"/>
              </a:spcBef>
            </a:pPr>
            <a:r>
              <a:rPr lang="en-US" dirty="0"/>
              <a:t>Click to edit subtitle</a:t>
            </a:r>
          </a:p>
        </p:txBody>
      </p:sp>
      <p:sp>
        <p:nvSpPr>
          <p:cNvPr id="2" name="Footer"/>
          <p:cNvSpPr>
            <a:spLocks noGrp="1"/>
          </p:cNvSpPr>
          <p:nvPr>
            <p:ph type="ftr" sz="quarter" idx="17"/>
          </p:nvPr>
        </p:nvSpPr>
        <p:spPr>
          <a:xfrm>
            <a:off x="1210340" y="7307632"/>
            <a:ext cx="10411747" cy="107722"/>
          </a:xfrm>
        </p:spPr>
        <p:txBody>
          <a:bodyPr/>
          <a:lstStyle>
            <a:lvl1pPr>
              <a:defRPr sz="700">
                <a:solidFill>
                  <a:schemeClr val="bg1">
                    <a:lumMod val="50000"/>
                  </a:schemeClr>
                </a:solidFill>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431800" y="7124564"/>
            <a:ext cx="11190288"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7" name="Slide Number">
            <a:extLst>
              <a:ext uri="{FF2B5EF4-FFF2-40B4-BE49-F238E27FC236}">
                <a16:creationId xmlns:a16="http://schemas.microsoft.com/office/drawing/2014/main" id="{1F892CB8-D8B0-8F9E-FE2C-ABDD8381A82F}"/>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pic>
        <p:nvPicPr>
          <p:cNvPr id="3" name="ShortLOGO">
            <a:extLst>
              <a:ext uri="{FF2B5EF4-FFF2-40B4-BE49-F238E27FC236}">
                <a16:creationId xmlns:a16="http://schemas.microsoft.com/office/drawing/2014/main" id="{AC764195-1CA5-9DD7-90B0-BDD3BD7FB8E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1704033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Ice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D825CD-A82B-40B4-B16B-14B04679D219}"/>
              </a:ext>
              <a:ext uri="{C183D7F6-B498-43B3-948B-1728B52AA6E4}">
                <adec:decorative xmlns:adec="http://schemas.microsoft.com/office/drawing/2017/decorative" val="1"/>
              </a:ext>
            </a:extLst>
          </p:cNvPr>
          <p:cNvSpPr/>
          <p:nvPr userDrawn="1"/>
        </p:nvSpPr>
        <p:spPr>
          <a:xfrm>
            <a:off x="0" y="1150938"/>
            <a:ext cx="13439774" cy="5832475"/>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GB" sz="1000" b="1" dirty="0">
              <a:solidFill>
                <a:schemeClr val="tx1"/>
              </a:solidFill>
              <a:latin typeface="+mn-lt"/>
              <a:ea typeface="+mn-ea"/>
              <a:cs typeface="+mn-cs"/>
            </a:endParaRPr>
          </a:p>
        </p:txBody>
      </p:sp>
      <p:sp>
        <p:nvSpPr>
          <p:cNvPr id="6" name="Navigator">
            <a:extLst>
              <a:ext uri="{FF2B5EF4-FFF2-40B4-BE49-F238E27FC236}">
                <a16:creationId xmlns:a16="http://schemas.microsoft.com/office/drawing/2014/main" id="{C24E1A5C-BE7B-4830-912C-BB48DFF8E210}"/>
              </a:ext>
            </a:extLst>
          </p:cNvPr>
          <p:cNvSpPr>
            <a:spLocks noGrp="1"/>
          </p:cNvSpPr>
          <p:nvPr>
            <p:ph type="body" sz="quarter" idx="19" hasCustomPrompt="1"/>
          </p:nvPr>
        </p:nvSpPr>
        <p:spPr>
          <a:xfrm>
            <a:off x="431800" y="105667"/>
            <a:ext cx="6178550"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17" name="Title">
            <a:extLst>
              <a:ext uri="{FF2B5EF4-FFF2-40B4-BE49-F238E27FC236}">
                <a16:creationId xmlns:a16="http://schemas.microsoft.com/office/drawing/2014/main" id="{5433305E-E9F1-2B1C-913E-BADEBA6C9820}"/>
              </a:ext>
            </a:extLst>
          </p:cNvPr>
          <p:cNvSpPr>
            <a:spLocks noGrp="1"/>
          </p:cNvSpPr>
          <p:nvPr>
            <p:ph type="title" hasCustomPrompt="1"/>
          </p:nvPr>
        </p:nvSpPr>
        <p:spPr>
          <a:xfrm>
            <a:off x="431800" y="750777"/>
            <a:ext cx="12572376" cy="307777"/>
          </a:xfrm>
        </p:spPr>
        <p:txBody>
          <a:bodyPr vert="horz" lIns="0" tIns="0" rIns="0" bIns="0" rtlCol="0" anchor="b" anchorCtr="0">
            <a:spAutoFit/>
          </a:bodyPr>
          <a:lstStyle>
            <a:lvl1pPr>
              <a:defRPr lang="en-US"/>
            </a:lvl1pPr>
          </a:lstStyle>
          <a:p>
            <a:pPr lvl="0"/>
            <a:r>
              <a:rPr lang="en-US" dirty="0"/>
              <a:t>Click to edit title</a:t>
            </a:r>
          </a:p>
        </p:txBody>
      </p:sp>
      <p:sp>
        <p:nvSpPr>
          <p:cNvPr id="23" name="Subtitle"/>
          <p:cNvSpPr>
            <a:spLocks noGrp="1"/>
          </p:cNvSpPr>
          <p:nvPr>
            <p:ph type="subTitle" idx="13" hasCustomPrompt="1"/>
          </p:nvPr>
        </p:nvSpPr>
        <p:spPr>
          <a:xfrm>
            <a:off x="431800" y="1152000"/>
            <a:ext cx="12572376" cy="311654"/>
          </a:xfrm>
          <a:prstGeom prst="rect">
            <a:avLst/>
          </a:prstGeom>
        </p:spPr>
        <p:txBody>
          <a:bodyPr vert="horz" wrap="square" lIns="0" tIns="64800" rIns="0" bIns="0" rtlCol="0" anchor="t">
            <a:spAutoFit/>
          </a:bodyPr>
          <a:lstStyle>
            <a:lvl1pPr rtl="0">
              <a:defRPr lang="en-US" sz="1600" dirty="0">
                <a:solidFill>
                  <a:schemeClr val="tx1"/>
                </a:solidFill>
                <a:latin typeface="+mn-lt"/>
                <a:ea typeface="+mn-ea"/>
                <a:cs typeface="+mn-cs"/>
              </a:defRPr>
            </a:lvl1pPr>
          </a:lstStyle>
          <a:p>
            <a:pPr lvl="0">
              <a:spcBef>
                <a:spcPts val="0"/>
              </a:spcBef>
            </a:pPr>
            <a:r>
              <a:rPr lang="en-US" dirty="0"/>
              <a:t>Click to edit subtitle</a:t>
            </a:r>
          </a:p>
        </p:txBody>
      </p:sp>
      <p:sp>
        <p:nvSpPr>
          <p:cNvPr id="2" name="Footer"/>
          <p:cNvSpPr>
            <a:spLocks noGrp="1"/>
          </p:cNvSpPr>
          <p:nvPr>
            <p:ph type="ftr" sz="quarter" idx="17"/>
          </p:nvPr>
        </p:nvSpPr>
        <p:spPr>
          <a:xfrm>
            <a:off x="1210340" y="7307632"/>
            <a:ext cx="10411747" cy="108000"/>
          </a:xfrm>
        </p:spPr>
        <p:txBody>
          <a:bodyPr vert="horz" wrap="square" lIns="0" tIns="0" rIns="0" bIns="0" rtlCol="0" anchor="t" anchorCtr="0">
            <a:spAutoFit/>
          </a:bodyPr>
          <a:lstStyle>
            <a:lvl1pPr>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431800" y="7124564"/>
            <a:ext cx="11190288"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10" name="Slide Number">
            <a:extLst>
              <a:ext uri="{FF2B5EF4-FFF2-40B4-BE49-F238E27FC236}">
                <a16:creationId xmlns:a16="http://schemas.microsoft.com/office/drawing/2014/main" id="{1087070A-1629-855D-226D-0980E536DF84}"/>
              </a:ext>
            </a:extLst>
          </p:cNvPr>
          <p:cNvSpPr>
            <a:spLocks noGrp="1"/>
          </p:cNvSpPr>
          <p:nvPr>
            <p:ph type="sldNum" sz="quarter" idx="4"/>
          </p:nvPr>
        </p:nvSpPr>
        <p:spPr>
          <a:xfrm>
            <a:off x="13007975" y="7307632"/>
            <a:ext cx="432000" cy="108000"/>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pic>
        <p:nvPicPr>
          <p:cNvPr id="3" name="ShortLOGO">
            <a:extLst>
              <a:ext uri="{FF2B5EF4-FFF2-40B4-BE49-F238E27FC236}">
                <a16:creationId xmlns:a16="http://schemas.microsoft.com/office/drawing/2014/main" id="{53F7D074-50C1-181B-B99B-B98D26B5441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223588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Iceblue bottom">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D825CD-A82B-40B4-B16B-14B04679D219}"/>
              </a:ext>
              <a:ext uri="{C183D7F6-B498-43B3-948B-1728B52AA6E4}">
                <adec:decorative xmlns:adec="http://schemas.microsoft.com/office/drawing/2017/decorative" val="1"/>
              </a:ext>
            </a:extLst>
          </p:cNvPr>
          <p:cNvSpPr/>
          <p:nvPr userDrawn="1"/>
        </p:nvSpPr>
        <p:spPr>
          <a:xfrm>
            <a:off x="0" y="1150938"/>
            <a:ext cx="13439774" cy="6408737"/>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GB" sz="1400" err="1">
              <a:solidFill>
                <a:schemeClr val="tx1"/>
              </a:solidFill>
              <a:latin typeface="+mn-lt"/>
              <a:ea typeface="+mn-ea"/>
              <a:cs typeface="+mn-cs"/>
            </a:endParaRPr>
          </a:p>
        </p:txBody>
      </p:sp>
      <p:sp>
        <p:nvSpPr>
          <p:cNvPr id="6" name="Navigator">
            <a:extLst>
              <a:ext uri="{FF2B5EF4-FFF2-40B4-BE49-F238E27FC236}">
                <a16:creationId xmlns:a16="http://schemas.microsoft.com/office/drawing/2014/main" id="{C24E1A5C-BE7B-4830-912C-BB48DFF8E210}"/>
              </a:ext>
            </a:extLst>
          </p:cNvPr>
          <p:cNvSpPr>
            <a:spLocks noGrp="1"/>
          </p:cNvSpPr>
          <p:nvPr>
            <p:ph type="body" sz="quarter" idx="19" hasCustomPrompt="1"/>
          </p:nvPr>
        </p:nvSpPr>
        <p:spPr>
          <a:xfrm>
            <a:off x="431800" y="105667"/>
            <a:ext cx="6178550"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17" name="Title">
            <a:extLst>
              <a:ext uri="{FF2B5EF4-FFF2-40B4-BE49-F238E27FC236}">
                <a16:creationId xmlns:a16="http://schemas.microsoft.com/office/drawing/2014/main" id="{5433305E-E9F1-2B1C-913E-BADEBA6C9820}"/>
              </a:ext>
            </a:extLst>
          </p:cNvPr>
          <p:cNvSpPr>
            <a:spLocks noGrp="1"/>
          </p:cNvSpPr>
          <p:nvPr>
            <p:ph type="title" hasCustomPrompt="1"/>
          </p:nvPr>
        </p:nvSpPr>
        <p:spPr>
          <a:xfrm>
            <a:off x="431800" y="750777"/>
            <a:ext cx="12572376" cy="307777"/>
          </a:xfrm>
        </p:spPr>
        <p:txBody>
          <a:bodyPr vert="horz">
            <a:spAutoFit/>
          </a:bodyPr>
          <a:lstStyle>
            <a:lvl1pPr>
              <a:lnSpc>
                <a:spcPct val="100000"/>
              </a:lnSpc>
              <a:buFontTx/>
              <a:defRPr>
                <a:latin typeface="+mn-lt"/>
                <a:ea typeface="+mn-ea"/>
                <a:cs typeface="+mn-cs"/>
              </a:defRPr>
            </a:lvl1pPr>
          </a:lstStyle>
          <a:p>
            <a:r>
              <a:rPr lang="en-US" dirty="0"/>
              <a:t>Click to edit title</a:t>
            </a:r>
          </a:p>
        </p:txBody>
      </p:sp>
      <p:sp>
        <p:nvSpPr>
          <p:cNvPr id="23" name="Subtitle"/>
          <p:cNvSpPr>
            <a:spLocks noGrp="1"/>
          </p:cNvSpPr>
          <p:nvPr>
            <p:ph type="subTitle" idx="13" hasCustomPrompt="1"/>
          </p:nvPr>
        </p:nvSpPr>
        <p:spPr>
          <a:xfrm>
            <a:off x="431800" y="1152000"/>
            <a:ext cx="12572376" cy="311654"/>
          </a:xfrm>
          <a:prstGeom prst="rect">
            <a:avLst/>
          </a:prstGeom>
        </p:spPr>
        <p:txBody>
          <a:bodyPr vert="horz" wrap="square" lIns="0" tIns="64800" rIns="0" bIns="0" rtlCol="0" anchor="t">
            <a:spAutoFit/>
          </a:bodyPr>
          <a:lstStyle>
            <a:lvl1pPr>
              <a:defRPr lang="en-US" sz="1600" dirty="0">
                <a:latin typeface="+mn-lt"/>
                <a:ea typeface="+mn-ea"/>
                <a:cs typeface="+mn-cs"/>
              </a:defRPr>
            </a:lvl1pPr>
          </a:lstStyle>
          <a:p>
            <a:pPr lvl="0">
              <a:spcBef>
                <a:spcPts val="0"/>
              </a:spcBef>
            </a:pPr>
            <a:r>
              <a:rPr lang="en-US" dirty="0"/>
              <a:t>Click to edit subtitle</a:t>
            </a:r>
          </a:p>
        </p:txBody>
      </p:sp>
      <p:sp>
        <p:nvSpPr>
          <p:cNvPr id="2" name="Footer"/>
          <p:cNvSpPr>
            <a:spLocks noGrp="1"/>
          </p:cNvSpPr>
          <p:nvPr>
            <p:ph type="ftr" sz="quarter" idx="17"/>
          </p:nvPr>
        </p:nvSpPr>
        <p:spPr>
          <a:xfrm>
            <a:off x="1210340" y="7307632"/>
            <a:ext cx="10411747" cy="107722"/>
          </a:xfrm>
        </p:spPr>
        <p:txBody>
          <a:bodyPr/>
          <a:lstStyle>
            <a:lvl1pPr>
              <a:defRPr sz="700">
                <a:solidFill>
                  <a:schemeClr val="bg1">
                    <a:lumMod val="50000"/>
                  </a:schemeClr>
                </a:solidFill>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431800" y="7124564"/>
            <a:ext cx="11190288"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10" name="Slide Number">
            <a:extLst>
              <a:ext uri="{FF2B5EF4-FFF2-40B4-BE49-F238E27FC236}">
                <a16:creationId xmlns:a16="http://schemas.microsoft.com/office/drawing/2014/main" id="{95983E87-93FA-3E05-B6DB-89C8C8588467}"/>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11" name="TextBox 10">
            <a:extLst>
              <a:ext uri="{FF2B5EF4-FFF2-40B4-BE49-F238E27FC236}">
                <a16:creationId xmlns:a16="http://schemas.microsoft.com/office/drawing/2014/main" id="{BFD505CA-D54C-3879-FF80-A94D34C61C8C}"/>
              </a:ext>
            </a:extLst>
          </p:cNvPr>
          <p:cNvSpPr txBox="1"/>
          <p:nvPr userDrawn="1"/>
        </p:nvSpPr>
        <p:spPr>
          <a:xfrm>
            <a:off x="431801" y="7307632"/>
            <a:ext cx="778340" cy="107722"/>
          </a:xfrm>
          <a:prstGeom prst="rect">
            <a:avLst/>
          </a:prstGeom>
        </p:spPr>
        <p:txBody>
          <a:bodyPr vert="horz" wrap="squar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3" name="ShortLOGO">
            <a:extLst>
              <a:ext uri="{FF2B5EF4-FFF2-40B4-BE49-F238E27FC236}">
                <a16:creationId xmlns:a16="http://schemas.microsoft.com/office/drawing/2014/main" id="{57D3F06B-273A-F36A-05B8-AB34ADA6522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2871823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 Iceblue">
    <p:spTree>
      <p:nvGrpSpPr>
        <p:cNvPr id="1" name=""/>
        <p:cNvGrpSpPr/>
        <p:nvPr/>
      </p:nvGrpSpPr>
      <p:grpSpPr>
        <a:xfrm>
          <a:off x="0" y="0"/>
          <a:ext cx="0" cy="0"/>
          <a:chOff x="0" y="0"/>
          <a:chExt cx="0" cy="0"/>
        </a:xfrm>
      </p:grpSpPr>
      <p:sp>
        <p:nvSpPr>
          <p:cNvPr id="6" name="Navigator">
            <a:extLst>
              <a:ext uri="{FF2B5EF4-FFF2-40B4-BE49-F238E27FC236}">
                <a16:creationId xmlns:a16="http://schemas.microsoft.com/office/drawing/2014/main" id="{C24E1A5C-BE7B-4830-912C-BB48DFF8E210}"/>
              </a:ext>
            </a:extLst>
          </p:cNvPr>
          <p:cNvSpPr>
            <a:spLocks noGrp="1"/>
          </p:cNvSpPr>
          <p:nvPr>
            <p:ph type="body" sz="quarter" idx="19" hasCustomPrompt="1"/>
          </p:nvPr>
        </p:nvSpPr>
        <p:spPr>
          <a:xfrm>
            <a:off x="431799" y="105667"/>
            <a:ext cx="6178551"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9" name="Rectangle 8">
            <a:extLst>
              <a:ext uri="{FF2B5EF4-FFF2-40B4-BE49-F238E27FC236}">
                <a16:creationId xmlns:a16="http://schemas.microsoft.com/office/drawing/2014/main" id="{5DD825CD-A82B-40B4-B16B-14B04679D219}"/>
              </a:ext>
              <a:ext uri="{C183D7F6-B498-43B3-948B-1728B52AA6E4}">
                <adec:decorative xmlns:adec="http://schemas.microsoft.com/office/drawing/2017/decorative" val="1"/>
              </a:ext>
            </a:extLst>
          </p:cNvPr>
          <p:cNvSpPr/>
          <p:nvPr userDrawn="1"/>
        </p:nvSpPr>
        <p:spPr>
          <a:xfrm>
            <a:off x="0" y="1150938"/>
            <a:ext cx="13439774" cy="5832475"/>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GB" sz="1400" err="1">
              <a:solidFill>
                <a:schemeClr val="tx1"/>
              </a:solidFill>
              <a:latin typeface="+mn-lt"/>
              <a:ea typeface="+mn-ea"/>
              <a:cs typeface="+mn-cs"/>
            </a:endParaRPr>
          </a:p>
        </p:txBody>
      </p:sp>
      <p:sp>
        <p:nvSpPr>
          <p:cNvPr id="17" name="Title">
            <a:extLst>
              <a:ext uri="{FF2B5EF4-FFF2-40B4-BE49-F238E27FC236}">
                <a16:creationId xmlns:a16="http://schemas.microsoft.com/office/drawing/2014/main" id="{5433305E-E9F1-2B1C-913E-BADEBA6C9820}"/>
              </a:ext>
            </a:extLst>
          </p:cNvPr>
          <p:cNvSpPr>
            <a:spLocks noGrp="1"/>
          </p:cNvSpPr>
          <p:nvPr>
            <p:ph type="title" hasCustomPrompt="1"/>
          </p:nvPr>
        </p:nvSpPr>
        <p:spPr>
          <a:xfrm>
            <a:off x="431800" y="750777"/>
            <a:ext cx="12576175" cy="307777"/>
          </a:xfrm>
        </p:spPr>
        <p:txBody>
          <a:bodyPr vert="horz" wrap="square" lIns="0" tIns="0" rIns="0" bIns="0" rtlCol="0" anchor="b" anchorCtr="0">
            <a:spAutoFit/>
          </a:bodyPr>
          <a:lstStyle>
            <a:lvl1pPr>
              <a:defRPr lang="en-US"/>
            </a:lvl1pPr>
          </a:lstStyle>
          <a:p>
            <a:pPr lvl="0"/>
            <a:r>
              <a:rPr lang="en-US" dirty="0"/>
              <a:t>Click to edit title</a:t>
            </a:r>
          </a:p>
        </p:txBody>
      </p:sp>
      <p:sp>
        <p:nvSpPr>
          <p:cNvPr id="2" name="Footer"/>
          <p:cNvSpPr>
            <a:spLocks noGrp="1"/>
          </p:cNvSpPr>
          <p:nvPr>
            <p:ph type="ftr" sz="quarter" idx="17"/>
          </p:nvPr>
        </p:nvSpPr>
        <p:spPr>
          <a:xfrm>
            <a:off x="1210340" y="7307632"/>
            <a:ext cx="10411747" cy="108000"/>
          </a:xfrm>
        </p:spPr>
        <p:txBody>
          <a:bodyPr vert="horz" wrap="square" lIns="0" tIns="0" rIns="0" bIns="0" rtlCol="0" anchor="t" anchorCtr="0">
            <a:spAutoFit/>
          </a:bodyPr>
          <a:lstStyle>
            <a:lvl1pPr>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431800" y="7124564"/>
            <a:ext cx="11190288"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10" name="Slide Number">
            <a:extLst>
              <a:ext uri="{FF2B5EF4-FFF2-40B4-BE49-F238E27FC236}">
                <a16:creationId xmlns:a16="http://schemas.microsoft.com/office/drawing/2014/main" id="{1087070A-1629-855D-226D-0980E536DF84}"/>
              </a:ext>
            </a:extLst>
          </p:cNvPr>
          <p:cNvSpPr>
            <a:spLocks noGrp="1"/>
          </p:cNvSpPr>
          <p:nvPr>
            <p:ph type="sldNum" sz="quarter" idx="4"/>
          </p:nvPr>
        </p:nvSpPr>
        <p:spPr>
          <a:xfrm>
            <a:off x="13007975" y="7307632"/>
            <a:ext cx="432000" cy="108000"/>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3" name="Rectangle 2">
            <a:extLst>
              <a:ext uri="{FF2B5EF4-FFF2-40B4-BE49-F238E27FC236}">
                <a16:creationId xmlns:a16="http://schemas.microsoft.com/office/drawing/2014/main" id="{843CE12F-48DB-89FB-6C12-3A6FC8C083B3}"/>
              </a:ext>
              <a:ext uri="{C183D7F6-B498-43B3-948B-1728B52AA6E4}">
                <adec:decorative xmlns:adec="http://schemas.microsoft.com/office/drawing/2017/decorative" val="1"/>
              </a:ext>
            </a:extLst>
          </p:cNvPr>
          <p:cNvSpPr/>
          <p:nvPr userDrawn="1"/>
        </p:nvSpPr>
        <p:spPr>
          <a:xfrm>
            <a:off x="6503988" y="1150938"/>
            <a:ext cx="431800" cy="583247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5" name="ShortLOGO">
            <a:extLst>
              <a:ext uri="{FF2B5EF4-FFF2-40B4-BE49-F238E27FC236}">
                <a16:creationId xmlns:a16="http://schemas.microsoft.com/office/drawing/2014/main" id="{69246538-4EAF-0A2D-8A75-A12A61551BB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1687977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Agenda">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369549F-BABD-4B11-B72F-547E465FC248}"/>
              </a:ext>
              <a:ext uri="{C183D7F6-B498-43B3-948B-1728B52AA6E4}">
                <adec:decorative xmlns:adec="http://schemas.microsoft.com/office/drawing/2017/decorative" val="1"/>
              </a:ext>
            </a:extLst>
          </p:cNvPr>
          <p:cNvSpPr>
            <a:spLocks/>
          </p:cNvSpPr>
          <p:nvPr userDrawn="1"/>
        </p:nvSpPr>
        <p:spPr>
          <a:xfrm>
            <a:off x="3363093" y="0"/>
            <a:ext cx="10076681" cy="7559675"/>
          </a:xfrm>
          <a:prstGeom prst="rect">
            <a:avLst/>
          </a:prstGeom>
          <a:gradFill flip="none" rotWithShape="1">
            <a:gsLst>
              <a:gs pos="50000">
                <a:schemeClr val="bg1"/>
              </a:gs>
              <a:gs pos="100000">
                <a:schemeClr val="accent1">
                  <a:lumMod val="40000"/>
                  <a:lumOff val="60000"/>
                </a:schemeClr>
              </a:gs>
            </a:gsLst>
            <a:lin ang="27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R="0" lvl="0" indent="0" algn="ctr" fontAlgn="auto">
              <a:lnSpc>
                <a:spcPct val="100000"/>
              </a:lnSpc>
              <a:spcBef>
                <a:spcPts val="0"/>
              </a:spcBef>
              <a:spcAft>
                <a:spcPts val="0"/>
              </a:spcAft>
              <a:buClrTx/>
              <a:buSzTx/>
              <a:buFont typeface="+mn-lt"/>
              <a:buNone/>
              <a:tabLst/>
            </a:pPr>
            <a:endParaRPr kumimoji="0" lang="en-GB" sz="1400" b="0" i="0" u="none" strike="noStrike" cap="none" spc="0" normalizeH="0" baseline="0" noProof="0">
              <a:ln>
                <a:noFill/>
              </a:ln>
              <a:solidFill>
                <a:srgbClr val="43454B"/>
              </a:solidFill>
              <a:effectLst/>
              <a:uLnTx/>
              <a:uFillTx/>
              <a:latin typeface="+mn-lt"/>
              <a:ea typeface="+mn-ea"/>
              <a:cs typeface="+mn-cs"/>
            </a:endParaRPr>
          </a:p>
        </p:txBody>
      </p:sp>
      <p:grpSp>
        <p:nvGrpSpPr>
          <p:cNvPr id="17" name="Group 16">
            <a:extLst>
              <a:ext uri="{FF2B5EF4-FFF2-40B4-BE49-F238E27FC236}">
                <a16:creationId xmlns:a16="http://schemas.microsoft.com/office/drawing/2014/main" id="{7381C474-A9BF-49B2-8265-44AA572EC13A}"/>
              </a:ext>
              <a:ext uri="{C183D7F6-B498-43B3-948B-1728B52AA6E4}">
                <adec:decorative xmlns:adec="http://schemas.microsoft.com/office/drawing/2017/decorative" val="1"/>
              </a:ext>
            </a:extLst>
          </p:cNvPr>
          <p:cNvGrpSpPr/>
          <p:nvPr userDrawn="1"/>
        </p:nvGrpSpPr>
        <p:grpSpPr>
          <a:xfrm flipH="1">
            <a:off x="6719887" y="3826648"/>
            <a:ext cx="6719888" cy="3734858"/>
            <a:chOff x="-2" y="3711100"/>
            <a:chExt cx="6927786" cy="3850406"/>
          </a:xfrm>
        </p:grpSpPr>
        <p:sp>
          <p:nvSpPr>
            <p:cNvPr id="18" name="Diamond 17">
              <a:extLst>
                <a:ext uri="{FF2B5EF4-FFF2-40B4-BE49-F238E27FC236}">
                  <a16:creationId xmlns:a16="http://schemas.microsoft.com/office/drawing/2014/main" id="{21D5B963-7F4F-4D2E-AA36-7EF7CAD4D14C}"/>
                </a:ext>
                <a:ext uri="{C183D7F6-B498-43B3-948B-1728B52AA6E4}">
                  <adec:decorative xmlns:adec="http://schemas.microsoft.com/office/drawing/2017/decorative" val="1"/>
                </a:ext>
              </a:extLst>
            </p:cNvPr>
            <p:cNvSpPr/>
            <p:nvPr userDrawn="1"/>
          </p:nvSpPr>
          <p:spPr>
            <a:xfrm>
              <a:off x="-2" y="3711100"/>
              <a:ext cx="2300115" cy="2300115"/>
            </a:xfrm>
            <a:prstGeom prst="diamond">
              <a:avLst/>
            </a:prstGeom>
            <a:no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19" name="Freeform: Shape 18">
              <a:extLst>
                <a:ext uri="{FF2B5EF4-FFF2-40B4-BE49-F238E27FC236}">
                  <a16:creationId xmlns:a16="http://schemas.microsoft.com/office/drawing/2014/main" id="{9A43A42A-2595-4D35-841C-E72D442F4B2A}"/>
                </a:ext>
                <a:ext uri="{C183D7F6-B498-43B3-948B-1728B52AA6E4}">
                  <adec:decorative xmlns:adec="http://schemas.microsoft.com/office/drawing/2017/decorative" val="1"/>
                </a:ext>
              </a:extLst>
            </p:cNvPr>
            <p:cNvSpPr/>
            <p:nvPr userDrawn="1"/>
          </p:nvSpPr>
          <p:spPr>
            <a:xfrm>
              <a:off x="4627669" y="6020807"/>
              <a:ext cx="2300115" cy="1540699"/>
            </a:xfrm>
            <a:custGeom>
              <a:avLst/>
              <a:gdLst>
                <a:gd name="connsiteX0" fmla="*/ 1150058 w 2300115"/>
                <a:gd name="connsiteY0" fmla="*/ 0 h 1540699"/>
                <a:gd name="connsiteX1" fmla="*/ 2300115 w 2300115"/>
                <a:gd name="connsiteY1" fmla="*/ 1150058 h 1540699"/>
                <a:gd name="connsiteX2" fmla="*/ 1909474 w 2300115"/>
                <a:gd name="connsiteY2" fmla="*/ 1540699 h 1540699"/>
                <a:gd name="connsiteX3" fmla="*/ 390642 w 2300115"/>
                <a:gd name="connsiteY3" fmla="*/ 1540699 h 1540699"/>
                <a:gd name="connsiteX4" fmla="*/ 0 w 2300115"/>
                <a:gd name="connsiteY4" fmla="*/ 1150058 h 1540699"/>
                <a:gd name="connsiteX0" fmla="*/ 390642 w 2300115"/>
                <a:gd name="connsiteY0" fmla="*/ 1540699 h 1632139"/>
                <a:gd name="connsiteX1" fmla="*/ 0 w 2300115"/>
                <a:gd name="connsiteY1" fmla="*/ 1150058 h 1632139"/>
                <a:gd name="connsiteX2" fmla="*/ 1150058 w 2300115"/>
                <a:gd name="connsiteY2" fmla="*/ 0 h 1632139"/>
                <a:gd name="connsiteX3" fmla="*/ 2300115 w 2300115"/>
                <a:gd name="connsiteY3" fmla="*/ 1150058 h 1632139"/>
                <a:gd name="connsiteX4" fmla="*/ 1909474 w 2300115"/>
                <a:gd name="connsiteY4" fmla="*/ 1540699 h 1632139"/>
                <a:gd name="connsiteX5" fmla="*/ 482082 w 2300115"/>
                <a:gd name="connsiteY5" fmla="*/ 1632139 h 1632139"/>
                <a:gd name="connsiteX0" fmla="*/ 390642 w 2300115"/>
                <a:gd name="connsiteY0" fmla="*/ 1540699 h 1540699"/>
                <a:gd name="connsiteX1" fmla="*/ 0 w 2300115"/>
                <a:gd name="connsiteY1" fmla="*/ 1150058 h 1540699"/>
                <a:gd name="connsiteX2" fmla="*/ 1150058 w 2300115"/>
                <a:gd name="connsiteY2" fmla="*/ 0 h 1540699"/>
                <a:gd name="connsiteX3" fmla="*/ 2300115 w 2300115"/>
                <a:gd name="connsiteY3" fmla="*/ 1150058 h 1540699"/>
                <a:gd name="connsiteX4" fmla="*/ 1909474 w 2300115"/>
                <a:gd name="connsiteY4" fmla="*/ 1540699 h 154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115" h="1540699">
                  <a:moveTo>
                    <a:pt x="390642" y="1540699"/>
                  </a:moveTo>
                  <a:lnTo>
                    <a:pt x="0" y="1150058"/>
                  </a:lnTo>
                  <a:lnTo>
                    <a:pt x="1150058" y="0"/>
                  </a:lnTo>
                  <a:lnTo>
                    <a:pt x="2300115" y="1150058"/>
                  </a:lnTo>
                  <a:lnTo>
                    <a:pt x="1909474" y="1540699"/>
                  </a:lnTo>
                </a:path>
              </a:pathLst>
            </a:custGeom>
            <a:no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20" name="Freeform: Shape 19">
              <a:extLst>
                <a:ext uri="{FF2B5EF4-FFF2-40B4-BE49-F238E27FC236}">
                  <a16:creationId xmlns:a16="http://schemas.microsoft.com/office/drawing/2014/main" id="{DED64980-38BF-44D7-8C24-294C476B171F}"/>
                </a:ext>
                <a:ext uri="{C183D7F6-B498-43B3-948B-1728B52AA6E4}">
                  <adec:decorative xmlns:adec="http://schemas.microsoft.com/office/drawing/2017/decorative" val="1"/>
                </a:ext>
              </a:extLst>
            </p:cNvPr>
            <p:cNvSpPr/>
            <p:nvPr userDrawn="1"/>
          </p:nvSpPr>
          <p:spPr>
            <a:xfrm>
              <a:off x="2316478" y="6020807"/>
              <a:ext cx="2300115" cy="1540699"/>
            </a:xfrm>
            <a:custGeom>
              <a:avLst/>
              <a:gdLst>
                <a:gd name="connsiteX0" fmla="*/ 1150058 w 2300115"/>
                <a:gd name="connsiteY0" fmla="*/ 0 h 1540699"/>
                <a:gd name="connsiteX1" fmla="*/ 2300115 w 2300115"/>
                <a:gd name="connsiteY1" fmla="*/ 1150058 h 1540699"/>
                <a:gd name="connsiteX2" fmla="*/ 1909474 w 2300115"/>
                <a:gd name="connsiteY2" fmla="*/ 1540699 h 1540699"/>
                <a:gd name="connsiteX3" fmla="*/ 390642 w 2300115"/>
                <a:gd name="connsiteY3" fmla="*/ 1540699 h 1540699"/>
                <a:gd name="connsiteX4" fmla="*/ 0 w 2300115"/>
                <a:gd name="connsiteY4" fmla="*/ 1150058 h 1540699"/>
                <a:gd name="connsiteX0" fmla="*/ 390642 w 2300115"/>
                <a:gd name="connsiteY0" fmla="*/ 1540699 h 1632139"/>
                <a:gd name="connsiteX1" fmla="*/ 0 w 2300115"/>
                <a:gd name="connsiteY1" fmla="*/ 1150058 h 1632139"/>
                <a:gd name="connsiteX2" fmla="*/ 1150058 w 2300115"/>
                <a:gd name="connsiteY2" fmla="*/ 0 h 1632139"/>
                <a:gd name="connsiteX3" fmla="*/ 2300115 w 2300115"/>
                <a:gd name="connsiteY3" fmla="*/ 1150058 h 1632139"/>
                <a:gd name="connsiteX4" fmla="*/ 1909474 w 2300115"/>
                <a:gd name="connsiteY4" fmla="*/ 1540699 h 1632139"/>
                <a:gd name="connsiteX5" fmla="*/ 482082 w 2300115"/>
                <a:gd name="connsiteY5" fmla="*/ 1632139 h 1632139"/>
                <a:gd name="connsiteX0" fmla="*/ 390642 w 2300115"/>
                <a:gd name="connsiteY0" fmla="*/ 1540699 h 1540699"/>
                <a:gd name="connsiteX1" fmla="*/ 0 w 2300115"/>
                <a:gd name="connsiteY1" fmla="*/ 1150058 h 1540699"/>
                <a:gd name="connsiteX2" fmla="*/ 1150058 w 2300115"/>
                <a:gd name="connsiteY2" fmla="*/ 0 h 1540699"/>
                <a:gd name="connsiteX3" fmla="*/ 2300115 w 2300115"/>
                <a:gd name="connsiteY3" fmla="*/ 1150058 h 1540699"/>
                <a:gd name="connsiteX4" fmla="*/ 1909474 w 2300115"/>
                <a:gd name="connsiteY4" fmla="*/ 1540699 h 154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115" h="1540699">
                  <a:moveTo>
                    <a:pt x="390642" y="1540699"/>
                  </a:moveTo>
                  <a:lnTo>
                    <a:pt x="0" y="1150058"/>
                  </a:lnTo>
                  <a:lnTo>
                    <a:pt x="1150058" y="0"/>
                  </a:lnTo>
                  <a:lnTo>
                    <a:pt x="2300115" y="1150058"/>
                  </a:lnTo>
                  <a:lnTo>
                    <a:pt x="1909474" y="1540699"/>
                  </a:lnTo>
                </a:path>
              </a:pathLst>
            </a:custGeom>
            <a:no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grpSp>
      <p:sp>
        <p:nvSpPr>
          <p:cNvPr id="8" name="Rectangle 7">
            <a:extLst>
              <a:ext uri="{FF2B5EF4-FFF2-40B4-BE49-F238E27FC236}">
                <a16:creationId xmlns:a16="http://schemas.microsoft.com/office/drawing/2014/main" id="{439566C7-4C5C-49C9-9B43-E0F882FC8409}"/>
              </a:ext>
              <a:ext uri="{C183D7F6-B498-43B3-948B-1728B52AA6E4}">
                <adec:decorative xmlns:adec="http://schemas.microsoft.com/office/drawing/2017/decorative" val="1"/>
              </a:ext>
            </a:extLst>
          </p:cNvPr>
          <p:cNvSpPr>
            <a:spLocks/>
          </p:cNvSpPr>
          <p:nvPr userDrawn="1"/>
        </p:nvSpPr>
        <p:spPr>
          <a:xfrm>
            <a:off x="0" y="0"/>
            <a:ext cx="3362892" cy="7559675"/>
          </a:xfrm>
          <a:prstGeom prst="rect">
            <a:avLst/>
          </a:prstGeom>
          <a:solidFill>
            <a:srgbClr val="323F4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5491" rtl="0" eaLnBrk="1" fontAlgn="auto" latinLnBrk="0" hangingPunct="1">
              <a:lnSpc>
                <a:spcPct val="100000"/>
              </a:lnSpc>
              <a:spcBef>
                <a:spcPts val="0"/>
              </a:spcBef>
              <a:spcAft>
                <a:spcPts val="0"/>
              </a:spcAft>
              <a:buClrTx/>
              <a:buSzTx/>
              <a:buFont typeface="+mn-lt"/>
              <a:buNone/>
              <a:tabLst/>
              <a:defRPr/>
            </a:pPr>
            <a:endParaRPr kumimoji="0" lang="en-GB" sz="1400" b="0" i="0" u="none" strike="noStrike" kern="1200" cap="none" spc="0" normalizeH="0" baseline="0" noProof="0">
              <a:ln>
                <a:noFill/>
              </a:ln>
              <a:solidFill>
                <a:srgbClr val="43454B"/>
              </a:solidFill>
              <a:effectLst/>
              <a:uLnTx/>
              <a:uFillTx/>
              <a:latin typeface="+mn-lt"/>
              <a:ea typeface="+mn-ea"/>
              <a:cs typeface="+mn-cs"/>
            </a:endParaRPr>
          </a:p>
        </p:txBody>
      </p:sp>
      <p:sp>
        <p:nvSpPr>
          <p:cNvPr id="10" name="Rectangle 9">
            <a:extLst>
              <a:ext uri="{FF2B5EF4-FFF2-40B4-BE49-F238E27FC236}">
                <a16:creationId xmlns:a16="http://schemas.microsoft.com/office/drawing/2014/main" id="{263AC012-FE57-4DAF-AE4F-C2117B78446F}"/>
              </a:ext>
              <a:ext uri="{C183D7F6-B498-43B3-948B-1728B52AA6E4}">
                <adec:decorative xmlns:adec="http://schemas.microsoft.com/office/drawing/2017/decorative" val="1"/>
              </a:ext>
            </a:extLst>
          </p:cNvPr>
          <p:cNvSpPr/>
          <p:nvPr userDrawn="1"/>
        </p:nvSpPr>
        <p:spPr>
          <a:xfrm rot="5400000">
            <a:off x="-395513" y="3751038"/>
            <a:ext cx="7559675"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5491" rtl="0" eaLnBrk="1" fontAlgn="auto" latinLnBrk="0" hangingPunct="1">
              <a:lnSpc>
                <a:spcPct val="100000"/>
              </a:lnSpc>
              <a:spcBef>
                <a:spcPts val="0"/>
              </a:spcBef>
              <a:spcAft>
                <a:spcPts val="0"/>
              </a:spcAft>
              <a:buClrTx/>
              <a:buSzTx/>
              <a:buFont typeface="+mn-lt"/>
              <a:buNone/>
              <a:tabLst/>
              <a:defRPr/>
            </a:pPr>
            <a:endParaRPr kumimoji="0" lang="en-GB" sz="1400" b="0" i="0" u="none" strike="noStrike" kern="1200" cap="none" spc="0" normalizeH="0" baseline="0" noProof="0" err="1">
              <a:ln>
                <a:noFill/>
              </a:ln>
              <a:solidFill>
                <a:srgbClr val="312E2C"/>
              </a:solidFill>
              <a:effectLst/>
              <a:uLnTx/>
              <a:uFillTx/>
              <a:latin typeface="+mn-lt"/>
              <a:ea typeface="+mn-ea"/>
              <a:cs typeface="+mn-cs"/>
            </a:endParaRPr>
          </a:p>
        </p:txBody>
      </p:sp>
      <p:sp>
        <p:nvSpPr>
          <p:cNvPr id="11" name="Title">
            <a:extLst>
              <a:ext uri="{FF2B5EF4-FFF2-40B4-BE49-F238E27FC236}">
                <a16:creationId xmlns:a16="http://schemas.microsoft.com/office/drawing/2014/main" id="{C1D2B01A-A34D-9D47-1E87-E3B9191EADE0}"/>
              </a:ext>
            </a:extLst>
          </p:cNvPr>
          <p:cNvSpPr>
            <a:spLocks noGrp="1"/>
          </p:cNvSpPr>
          <p:nvPr>
            <p:ph type="title" hasCustomPrompt="1"/>
          </p:nvPr>
        </p:nvSpPr>
        <p:spPr>
          <a:xfrm>
            <a:off x="3629025" y="750777"/>
            <a:ext cx="9378950" cy="307777"/>
          </a:xfrm>
        </p:spPr>
        <p:txBody>
          <a:bodyPr vert="horz" wrap="square" lIns="0" tIns="0" rIns="0" bIns="0" rtlCol="0" anchor="b" anchorCtr="0">
            <a:spAutoFit/>
          </a:bodyPr>
          <a:lstStyle>
            <a:lvl1pPr>
              <a:defRPr lang="en-US" dirty="0"/>
            </a:lvl1pPr>
          </a:lstStyle>
          <a:p>
            <a:pPr lvl="0"/>
            <a:r>
              <a:rPr lang="en-US" dirty="0"/>
              <a:t>Click to edit title</a:t>
            </a:r>
          </a:p>
        </p:txBody>
      </p:sp>
      <p:sp>
        <p:nvSpPr>
          <p:cNvPr id="4" name="Slide Number">
            <a:extLst>
              <a:ext uri="{FF2B5EF4-FFF2-40B4-BE49-F238E27FC236}">
                <a16:creationId xmlns:a16="http://schemas.microsoft.com/office/drawing/2014/main" id="{180083E1-E8D1-3A6E-B64B-ECDA8A3B5711}"/>
              </a:ext>
            </a:extLst>
          </p:cNvPr>
          <p:cNvSpPr>
            <a:spLocks noGrp="1"/>
          </p:cNvSpPr>
          <p:nvPr>
            <p:ph type="sldNum" sz="quarter" idx="4"/>
          </p:nvPr>
        </p:nvSpPr>
        <p:spPr>
          <a:xfrm>
            <a:off x="13007975" y="7307632"/>
            <a:ext cx="432000" cy="108000"/>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3" name="Footer">
            <a:extLst>
              <a:ext uri="{C183D7F6-B498-43B3-948B-1728B52AA6E4}">
                <adec:decorative xmlns:adec="http://schemas.microsoft.com/office/drawing/2017/decorative" val="0"/>
              </a:ext>
            </a:extLst>
          </p:cNvPr>
          <p:cNvSpPr>
            <a:spLocks noGrp="1"/>
          </p:cNvSpPr>
          <p:nvPr>
            <p:ph type="ftr" sz="quarter" idx="15"/>
          </p:nvPr>
        </p:nvSpPr>
        <p:spPr>
          <a:xfrm>
            <a:off x="4407566" y="7307632"/>
            <a:ext cx="7214521" cy="108000"/>
          </a:xfrm>
        </p:spPr>
        <p:txBody>
          <a:bodyPr/>
          <a:lstStyle>
            <a:lvl1pPr>
              <a:defRPr sz="700">
                <a:solidFill>
                  <a:schemeClr val="bg1">
                    <a:lumMod val="50000"/>
                  </a:schemeClr>
                </a:solidFill>
                <a:latin typeface="+mn-lt"/>
                <a:ea typeface="+mn-ea"/>
                <a:cs typeface="+mn-cs"/>
              </a:defRPr>
            </a:lvl1pPr>
          </a:lstStyle>
          <a:p>
            <a:pPr defTabSz="888980"/>
            <a:endParaRPr lang="de-DE" dirty="0"/>
          </a:p>
        </p:txBody>
      </p:sp>
      <p:sp>
        <p:nvSpPr>
          <p:cNvPr id="13" name="Source"/>
          <p:cNvSpPr>
            <a:spLocks noGrp="1"/>
          </p:cNvSpPr>
          <p:nvPr>
            <p:ph type="body" sz="quarter" idx="14" hasCustomPrompt="1"/>
          </p:nvPr>
        </p:nvSpPr>
        <p:spPr>
          <a:xfrm>
            <a:off x="3629025" y="7124564"/>
            <a:ext cx="7993063" cy="107722"/>
          </a:xfrm>
          <a:prstGeom prst="rect">
            <a:avLst/>
          </a:prstGeom>
        </p:spPr>
        <p:txBody>
          <a:bodyPr wrap="square" lIns="0" tIns="0" rIns="0" bIns="0" anchor="b" anchorCtr="0">
            <a:spAutoFit/>
          </a:bodyPr>
          <a:lstStyle>
            <a:lvl1pPr marL="0" indent="0">
              <a:spcBef>
                <a:spcPts val="0"/>
              </a:spcBef>
              <a:buFont typeface="Wingdings" panose="05000000000000000000" pitchFamily="2" charset="2"/>
              <a:buNone/>
              <a:defRPr sz="700">
                <a:solidFill>
                  <a:schemeClr val="tx1"/>
                </a:solidFill>
                <a:latin typeface="+mn-lt"/>
                <a:ea typeface="+mn-ea"/>
                <a:cs typeface="+mn-cs"/>
              </a:defRPr>
            </a:lvl1pPr>
            <a:lvl2pPr marL="288000" indent="-142875">
              <a:lnSpc>
                <a:spcPct val="100000"/>
              </a:lnSpc>
              <a:spcBef>
                <a:spcPts val="0"/>
              </a:spcBef>
              <a:tabLst>
                <a:tab pos="327025" algn="l"/>
              </a:tabLst>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296000" indent="-144000">
              <a:lnSpc>
                <a:spcPct val="100000"/>
              </a:lnSpc>
              <a:spcBef>
                <a:spcPts val="0"/>
              </a:spcBef>
              <a:defRPr sz="800"/>
            </a:lvl9pPr>
          </a:lstStyle>
          <a:p>
            <a:pPr lvl="0"/>
            <a:r>
              <a:rPr lang="en-US" dirty="0"/>
              <a:t>Click to edit notes | source</a:t>
            </a:r>
          </a:p>
        </p:txBody>
      </p:sp>
      <p:sp>
        <p:nvSpPr>
          <p:cNvPr id="6" name="TextBox 5">
            <a:extLst>
              <a:ext uri="{FF2B5EF4-FFF2-40B4-BE49-F238E27FC236}">
                <a16:creationId xmlns:a16="http://schemas.microsoft.com/office/drawing/2014/main" id="{B556755E-3390-851B-1859-5913DE11BB37}"/>
              </a:ext>
            </a:extLst>
          </p:cNvPr>
          <p:cNvSpPr txBox="1"/>
          <p:nvPr userDrawn="1"/>
        </p:nvSpPr>
        <p:spPr>
          <a:xfrm>
            <a:off x="3629025" y="7307632"/>
            <a:ext cx="778542" cy="107722"/>
          </a:xfrm>
          <a:prstGeom prst="rect">
            <a:avLst/>
          </a:prstGeom>
        </p:spPr>
        <p:txBody>
          <a:bodyPr vert="horz" wrap="non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2" name="ShortLOGO">
            <a:extLst>
              <a:ext uri="{FF2B5EF4-FFF2-40B4-BE49-F238E27FC236}">
                <a16:creationId xmlns:a16="http://schemas.microsoft.com/office/drawing/2014/main" id="{069A2FC2-02A2-ECBF-B783-DBB11BCFE42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3728847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SubAgenda">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1854F59-1DE5-40A6-9643-C65FB25A80FD}"/>
              </a:ext>
              <a:ext uri="{C183D7F6-B498-43B3-948B-1728B52AA6E4}">
                <adec:decorative xmlns:adec="http://schemas.microsoft.com/office/drawing/2017/decorative" val="1"/>
              </a:ext>
            </a:extLst>
          </p:cNvPr>
          <p:cNvSpPr>
            <a:spLocks/>
          </p:cNvSpPr>
          <p:nvPr userDrawn="1"/>
        </p:nvSpPr>
        <p:spPr>
          <a:xfrm>
            <a:off x="3290572" y="0"/>
            <a:ext cx="5134291" cy="7559675"/>
          </a:xfrm>
          <a:prstGeom prst="rect">
            <a:avLst/>
          </a:prstGeom>
          <a:gradFill flip="none" rotWithShape="1">
            <a:gsLst>
              <a:gs pos="50000">
                <a:schemeClr val="bg1"/>
              </a:gs>
              <a:gs pos="100000">
                <a:schemeClr val="accent1">
                  <a:lumMod val="40000"/>
                  <a:lumOff val="60000"/>
                </a:schemeClr>
              </a:gs>
            </a:gsLst>
            <a:lin ang="27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R="0" lvl="0" indent="0" algn="ctr" fontAlgn="auto">
              <a:lnSpc>
                <a:spcPct val="100000"/>
              </a:lnSpc>
              <a:spcBef>
                <a:spcPts val="0"/>
              </a:spcBef>
              <a:spcAft>
                <a:spcPts val="0"/>
              </a:spcAft>
              <a:buClrTx/>
              <a:buSzTx/>
              <a:buFont typeface="+mn-lt"/>
              <a:buNone/>
              <a:tabLst/>
            </a:pPr>
            <a:endParaRPr kumimoji="0" lang="en-GB" sz="1400" b="0" i="0" u="none" strike="noStrike" cap="none" spc="0" normalizeH="0" baseline="0" noProof="0">
              <a:ln>
                <a:noFill/>
              </a:ln>
              <a:solidFill>
                <a:srgbClr val="43454B"/>
              </a:solidFill>
              <a:effectLst/>
              <a:uLnTx/>
              <a:uFillTx/>
              <a:latin typeface="+mn-lt"/>
              <a:ea typeface="+mn-ea"/>
              <a:cs typeface="+mn-cs"/>
            </a:endParaRPr>
          </a:p>
        </p:txBody>
      </p:sp>
      <p:sp>
        <p:nvSpPr>
          <p:cNvPr id="11" name="Rectangle 10">
            <a:extLst>
              <a:ext uri="{FF2B5EF4-FFF2-40B4-BE49-F238E27FC236}">
                <a16:creationId xmlns:a16="http://schemas.microsoft.com/office/drawing/2014/main" id="{E310D3A8-EC1C-4134-BC0F-E5A9432243D5}"/>
              </a:ext>
              <a:ext uri="{C183D7F6-B498-43B3-948B-1728B52AA6E4}">
                <adec:decorative xmlns:adec="http://schemas.microsoft.com/office/drawing/2017/decorative" val="1"/>
              </a:ext>
            </a:extLst>
          </p:cNvPr>
          <p:cNvSpPr/>
          <p:nvPr userDrawn="1"/>
        </p:nvSpPr>
        <p:spPr>
          <a:xfrm>
            <a:off x="8424863" y="0"/>
            <a:ext cx="5014911" cy="7559675"/>
          </a:xfrm>
          <a:prstGeom prst="rect">
            <a:avLst/>
          </a:prstGeom>
          <a:solidFill>
            <a:srgbClr val="DDE4E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R="0" lvl="0" indent="0" algn="ctr" fontAlgn="auto">
              <a:lnSpc>
                <a:spcPct val="100000"/>
              </a:lnSpc>
              <a:spcBef>
                <a:spcPts val="0"/>
              </a:spcBef>
              <a:spcAft>
                <a:spcPts val="0"/>
              </a:spcAft>
              <a:buClrTx/>
              <a:buSzTx/>
              <a:buFont typeface="+mn-lt"/>
              <a:buNone/>
              <a:tabLst/>
            </a:pPr>
            <a:endParaRPr kumimoji="0" lang="en-US" sz="1400" b="0" i="0" u="none" strike="noStrike" cap="none" spc="0" normalizeH="0" baseline="0" noProof="0" err="1">
              <a:ln>
                <a:noFill/>
              </a:ln>
              <a:solidFill>
                <a:srgbClr val="43454B"/>
              </a:solidFill>
              <a:effectLst/>
              <a:uLnTx/>
              <a:uFillTx/>
              <a:latin typeface="+mn-lt"/>
              <a:ea typeface="+mn-ea"/>
              <a:cs typeface="+mn-cs"/>
            </a:endParaRPr>
          </a:p>
        </p:txBody>
      </p:sp>
      <p:sp>
        <p:nvSpPr>
          <p:cNvPr id="9" name="Title">
            <a:extLst>
              <a:ext uri="{FF2B5EF4-FFF2-40B4-BE49-F238E27FC236}">
                <a16:creationId xmlns:a16="http://schemas.microsoft.com/office/drawing/2014/main" id="{97C215B0-439D-8BA9-0C51-5C9B934BF08B}"/>
              </a:ext>
            </a:extLst>
          </p:cNvPr>
          <p:cNvSpPr>
            <a:spLocks noGrp="1"/>
          </p:cNvSpPr>
          <p:nvPr>
            <p:ph type="title" hasCustomPrompt="1"/>
          </p:nvPr>
        </p:nvSpPr>
        <p:spPr>
          <a:xfrm>
            <a:off x="3629025" y="750777"/>
            <a:ext cx="4577238" cy="307777"/>
          </a:xfrm>
        </p:spPr>
        <p:txBody>
          <a:bodyPr vert="horz"/>
          <a:lstStyle>
            <a:lvl1pPr>
              <a:lnSpc>
                <a:spcPct val="100000"/>
              </a:lnSpc>
              <a:buFontTx/>
              <a:defRPr>
                <a:latin typeface="+mn-lt"/>
                <a:ea typeface="+mn-ea"/>
                <a:cs typeface="+mn-cs"/>
              </a:defRPr>
            </a:lvl1pPr>
          </a:lstStyle>
          <a:p>
            <a:r>
              <a:rPr lang="en-US" dirty="0"/>
              <a:t>Click to edit title</a:t>
            </a:r>
          </a:p>
        </p:txBody>
      </p:sp>
      <p:sp>
        <p:nvSpPr>
          <p:cNvPr id="3" name="Footer"/>
          <p:cNvSpPr>
            <a:spLocks noGrp="1"/>
          </p:cNvSpPr>
          <p:nvPr>
            <p:ph type="ftr" sz="quarter" idx="15"/>
          </p:nvPr>
        </p:nvSpPr>
        <p:spPr>
          <a:xfrm>
            <a:off x="4407366" y="7307632"/>
            <a:ext cx="7214722" cy="107722"/>
          </a:xfrm>
        </p:spPr>
        <p:txBody>
          <a:bodyPr vert="horz" wrap="square" lIns="0" tIns="0" rIns="0" bIns="0" rtlCol="0" anchor="t" anchorCtr="0">
            <a:spAutoFit/>
          </a:bodyPr>
          <a:lstStyle>
            <a:lvl1pPr>
              <a:defRPr lang="en-US" sz="700" smtClean="0">
                <a:latin typeface="+mn-lt"/>
                <a:ea typeface="+mn-ea"/>
                <a:cs typeface="+mn-cs"/>
              </a:defRPr>
            </a:lvl1pPr>
          </a:lstStyle>
          <a:p>
            <a:pPr defTabSz="888980"/>
            <a:endParaRPr lang="de-DE" dirty="0"/>
          </a:p>
        </p:txBody>
      </p:sp>
      <p:sp>
        <p:nvSpPr>
          <p:cNvPr id="13" name="Source"/>
          <p:cNvSpPr>
            <a:spLocks noGrp="1"/>
          </p:cNvSpPr>
          <p:nvPr>
            <p:ph type="body" sz="quarter" idx="14" hasCustomPrompt="1"/>
          </p:nvPr>
        </p:nvSpPr>
        <p:spPr>
          <a:xfrm>
            <a:off x="3629025" y="7124564"/>
            <a:ext cx="7993063" cy="107722"/>
          </a:xfrm>
          <a:prstGeom prst="rect">
            <a:avLst/>
          </a:prstGeom>
        </p:spPr>
        <p:txBody>
          <a:bodyPr wrap="square" lIns="0" tIns="0" rIns="0" bIns="0" anchor="b" anchorCtr="0">
            <a:spAutoFit/>
          </a:bodyPr>
          <a:lstStyle>
            <a:lvl1pPr marL="0" indent="0">
              <a:spcBef>
                <a:spcPts val="0"/>
              </a:spcBef>
              <a:buFont typeface="Wingdings" panose="05000000000000000000" pitchFamily="2" charset="2"/>
              <a:buNone/>
              <a:defRPr sz="700">
                <a:solidFill>
                  <a:schemeClr val="tx1"/>
                </a:solidFill>
                <a:latin typeface="+mn-lt"/>
                <a:ea typeface="+mn-ea"/>
                <a:cs typeface="+mn-cs"/>
              </a:defRPr>
            </a:lvl1pPr>
            <a:lvl2pPr marL="288000" indent="-142875">
              <a:lnSpc>
                <a:spcPct val="100000"/>
              </a:lnSpc>
              <a:spcBef>
                <a:spcPts val="0"/>
              </a:spcBef>
              <a:tabLst>
                <a:tab pos="327025" algn="l"/>
              </a:tabLst>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296000" indent="-144000">
              <a:lnSpc>
                <a:spcPct val="100000"/>
              </a:lnSpc>
              <a:spcBef>
                <a:spcPts val="0"/>
              </a:spcBef>
              <a:defRPr sz="800"/>
            </a:lvl9pPr>
          </a:lstStyle>
          <a:p>
            <a:pPr lvl="0"/>
            <a:r>
              <a:rPr lang="en-US" dirty="0"/>
              <a:t>Click to edit notes | source</a:t>
            </a:r>
          </a:p>
        </p:txBody>
      </p:sp>
      <p:grpSp>
        <p:nvGrpSpPr>
          <p:cNvPr id="23" name="Group 22">
            <a:extLst>
              <a:ext uri="{FF2B5EF4-FFF2-40B4-BE49-F238E27FC236}">
                <a16:creationId xmlns:a16="http://schemas.microsoft.com/office/drawing/2014/main" id="{479538D6-864C-D33D-83AE-8908707B70D0}"/>
              </a:ext>
              <a:ext uri="{C183D7F6-B498-43B3-948B-1728B52AA6E4}">
                <adec:decorative xmlns:adec="http://schemas.microsoft.com/office/drawing/2017/decorative" val="1"/>
              </a:ext>
            </a:extLst>
          </p:cNvPr>
          <p:cNvGrpSpPr/>
          <p:nvPr userDrawn="1"/>
        </p:nvGrpSpPr>
        <p:grpSpPr>
          <a:xfrm flipH="1">
            <a:off x="8961721" y="1584793"/>
            <a:ext cx="4478054" cy="5976713"/>
            <a:chOff x="-2" y="1399887"/>
            <a:chExt cx="4616595" cy="6161619"/>
          </a:xfrm>
        </p:grpSpPr>
        <p:sp>
          <p:nvSpPr>
            <p:cNvPr id="24" name="Diamond 23">
              <a:extLst>
                <a:ext uri="{FF2B5EF4-FFF2-40B4-BE49-F238E27FC236}">
                  <a16:creationId xmlns:a16="http://schemas.microsoft.com/office/drawing/2014/main" id="{D59E6E9E-874B-03E4-E17D-D9346690A6CE}"/>
                </a:ext>
                <a:ext uri="{C183D7F6-B498-43B3-948B-1728B52AA6E4}">
                  <adec:decorative xmlns:adec="http://schemas.microsoft.com/office/drawing/2017/decorative" val="1"/>
                </a:ext>
              </a:extLst>
            </p:cNvPr>
            <p:cNvSpPr/>
            <p:nvPr userDrawn="1"/>
          </p:nvSpPr>
          <p:spPr>
            <a:xfrm>
              <a:off x="-2" y="3711100"/>
              <a:ext cx="2300115" cy="2300115"/>
            </a:xfrm>
            <a:prstGeom prst="diamond">
              <a:avLst/>
            </a:prstGeom>
            <a:no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26" name="Freeform: Shape 25">
              <a:extLst>
                <a:ext uri="{FF2B5EF4-FFF2-40B4-BE49-F238E27FC236}">
                  <a16:creationId xmlns:a16="http://schemas.microsoft.com/office/drawing/2014/main" id="{E897AFB7-33E6-97BC-F25B-156935892A72}"/>
                </a:ext>
                <a:ext uri="{C183D7F6-B498-43B3-948B-1728B52AA6E4}">
                  <adec:decorative xmlns:adec="http://schemas.microsoft.com/office/drawing/2017/decorative" val="1"/>
                </a:ext>
              </a:extLst>
            </p:cNvPr>
            <p:cNvSpPr/>
            <p:nvPr userDrawn="1"/>
          </p:nvSpPr>
          <p:spPr>
            <a:xfrm>
              <a:off x="2316478" y="6020807"/>
              <a:ext cx="2300115" cy="1540699"/>
            </a:xfrm>
            <a:custGeom>
              <a:avLst/>
              <a:gdLst>
                <a:gd name="connsiteX0" fmla="*/ 1150058 w 2300115"/>
                <a:gd name="connsiteY0" fmla="*/ 0 h 1540699"/>
                <a:gd name="connsiteX1" fmla="*/ 2300115 w 2300115"/>
                <a:gd name="connsiteY1" fmla="*/ 1150058 h 1540699"/>
                <a:gd name="connsiteX2" fmla="*/ 1909474 w 2300115"/>
                <a:gd name="connsiteY2" fmla="*/ 1540699 h 1540699"/>
                <a:gd name="connsiteX3" fmla="*/ 390642 w 2300115"/>
                <a:gd name="connsiteY3" fmla="*/ 1540699 h 1540699"/>
                <a:gd name="connsiteX4" fmla="*/ 0 w 2300115"/>
                <a:gd name="connsiteY4" fmla="*/ 1150058 h 1540699"/>
                <a:gd name="connsiteX0" fmla="*/ 390642 w 2300115"/>
                <a:gd name="connsiteY0" fmla="*/ 1540699 h 1632139"/>
                <a:gd name="connsiteX1" fmla="*/ 0 w 2300115"/>
                <a:gd name="connsiteY1" fmla="*/ 1150058 h 1632139"/>
                <a:gd name="connsiteX2" fmla="*/ 1150058 w 2300115"/>
                <a:gd name="connsiteY2" fmla="*/ 0 h 1632139"/>
                <a:gd name="connsiteX3" fmla="*/ 2300115 w 2300115"/>
                <a:gd name="connsiteY3" fmla="*/ 1150058 h 1632139"/>
                <a:gd name="connsiteX4" fmla="*/ 1909474 w 2300115"/>
                <a:gd name="connsiteY4" fmla="*/ 1540699 h 1632139"/>
                <a:gd name="connsiteX5" fmla="*/ 482082 w 2300115"/>
                <a:gd name="connsiteY5" fmla="*/ 1632139 h 1632139"/>
                <a:gd name="connsiteX0" fmla="*/ 390642 w 2300115"/>
                <a:gd name="connsiteY0" fmla="*/ 1540699 h 1540699"/>
                <a:gd name="connsiteX1" fmla="*/ 0 w 2300115"/>
                <a:gd name="connsiteY1" fmla="*/ 1150058 h 1540699"/>
                <a:gd name="connsiteX2" fmla="*/ 1150058 w 2300115"/>
                <a:gd name="connsiteY2" fmla="*/ 0 h 1540699"/>
                <a:gd name="connsiteX3" fmla="*/ 2300115 w 2300115"/>
                <a:gd name="connsiteY3" fmla="*/ 1150058 h 1540699"/>
                <a:gd name="connsiteX4" fmla="*/ 1909474 w 2300115"/>
                <a:gd name="connsiteY4" fmla="*/ 1540699 h 154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115" h="1540699">
                  <a:moveTo>
                    <a:pt x="390642" y="1540699"/>
                  </a:moveTo>
                  <a:lnTo>
                    <a:pt x="0" y="1150058"/>
                  </a:lnTo>
                  <a:lnTo>
                    <a:pt x="1150058" y="0"/>
                  </a:lnTo>
                  <a:lnTo>
                    <a:pt x="2300115" y="1150058"/>
                  </a:lnTo>
                  <a:lnTo>
                    <a:pt x="1909474" y="1540699"/>
                  </a:lnTo>
                </a:path>
              </a:pathLst>
            </a:custGeom>
            <a:no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6" name="Diamond 5">
              <a:extLst>
                <a:ext uri="{FF2B5EF4-FFF2-40B4-BE49-F238E27FC236}">
                  <a16:creationId xmlns:a16="http://schemas.microsoft.com/office/drawing/2014/main" id="{DF504542-6A82-CFFE-B674-756641B75D69}"/>
                </a:ext>
                <a:ext uri="{C183D7F6-B498-43B3-948B-1728B52AA6E4}">
                  <adec:decorative xmlns:adec="http://schemas.microsoft.com/office/drawing/2017/decorative" val="1"/>
                </a:ext>
              </a:extLst>
            </p:cNvPr>
            <p:cNvSpPr/>
            <p:nvPr userDrawn="1"/>
          </p:nvSpPr>
          <p:spPr>
            <a:xfrm>
              <a:off x="-2" y="1399887"/>
              <a:ext cx="2300115" cy="2300115"/>
            </a:xfrm>
            <a:prstGeom prst="diamond">
              <a:avLst/>
            </a:prstGeom>
            <a:no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grpSp>
      <p:sp>
        <p:nvSpPr>
          <p:cNvPr id="4" name="Slide Number">
            <a:extLst>
              <a:ext uri="{FF2B5EF4-FFF2-40B4-BE49-F238E27FC236}">
                <a16:creationId xmlns:a16="http://schemas.microsoft.com/office/drawing/2014/main" id="{965A562F-6393-7003-D286-EE88F1509476}"/>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12" name="Rectangle 11">
            <a:extLst>
              <a:ext uri="{FF2B5EF4-FFF2-40B4-BE49-F238E27FC236}">
                <a16:creationId xmlns:a16="http://schemas.microsoft.com/office/drawing/2014/main" id="{A67DD4FE-73CF-D7AD-A2A7-C7A601DBCEC9}"/>
              </a:ext>
              <a:ext uri="{C183D7F6-B498-43B3-948B-1728B52AA6E4}">
                <adec:decorative xmlns:adec="http://schemas.microsoft.com/office/drawing/2017/decorative" val="1"/>
              </a:ext>
            </a:extLst>
          </p:cNvPr>
          <p:cNvSpPr>
            <a:spLocks/>
          </p:cNvSpPr>
          <p:nvPr userDrawn="1"/>
        </p:nvSpPr>
        <p:spPr>
          <a:xfrm>
            <a:off x="0" y="0"/>
            <a:ext cx="3354958" cy="7559675"/>
          </a:xfrm>
          <a:prstGeom prst="rect">
            <a:avLst/>
          </a:prstGeom>
          <a:solidFill>
            <a:srgbClr val="323F4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5491" rtl="0" eaLnBrk="1" fontAlgn="auto" latinLnBrk="0" hangingPunct="1">
              <a:lnSpc>
                <a:spcPct val="100000"/>
              </a:lnSpc>
              <a:spcBef>
                <a:spcPts val="0"/>
              </a:spcBef>
              <a:spcAft>
                <a:spcPts val="0"/>
              </a:spcAft>
              <a:buClrTx/>
              <a:buSzTx/>
              <a:buFont typeface="+mn-lt"/>
              <a:buNone/>
              <a:tabLst/>
              <a:defRPr/>
            </a:pPr>
            <a:endParaRPr kumimoji="0" lang="en-GB" sz="1400" b="0" i="0" u="none" strike="noStrike" kern="1200" cap="none" spc="0" normalizeH="0" baseline="0" noProof="0">
              <a:ln>
                <a:noFill/>
              </a:ln>
              <a:solidFill>
                <a:srgbClr val="43454B"/>
              </a:solidFill>
              <a:effectLst/>
              <a:uLnTx/>
              <a:uFillTx/>
              <a:latin typeface="+mn-lt"/>
              <a:ea typeface="+mn-ea"/>
              <a:cs typeface="+mn-cs"/>
            </a:endParaRPr>
          </a:p>
        </p:txBody>
      </p:sp>
      <p:sp>
        <p:nvSpPr>
          <p:cNvPr id="15" name="Rectangle 14">
            <a:extLst>
              <a:ext uri="{FF2B5EF4-FFF2-40B4-BE49-F238E27FC236}">
                <a16:creationId xmlns:a16="http://schemas.microsoft.com/office/drawing/2014/main" id="{7BBC9F3E-0205-54D2-2349-B60BE2321166}"/>
              </a:ext>
              <a:ext uri="{C183D7F6-B498-43B3-948B-1728B52AA6E4}">
                <adec:decorative xmlns:adec="http://schemas.microsoft.com/office/drawing/2017/decorative" val="1"/>
              </a:ext>
            </a:extLst>
          </p:cNvPr>
          <p:cNvSpPr/>
          <p:nvPr userDrawn="1"/>
        </p:nvSpPr>
        <p:spPr>
          <a:xfrm rot="5400000">
            <a:off x="-395878" y="3751038"/>
            <a:ext cx="7559675"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5491" rtl="0" eaLnBrk="1" fontAlgn="auto" latinLnBrk="0" hangingPunct="1">
              <a:lnSpc>
                <a:spcPct val="100000"/>
              </a:lnSpc>
              <a:spcBef>
                <a:spcPts val="0"/>
              </a:spcBef>
              <a:spcAft>
                <a:spcPts val="0"/>
              </a:spcAft>
              <a:buClrTx/>
              <a:buSzTx/>
              <a:buFont typeface="+mn-lt"/>
              <a:buNone/>
              <a:tabLst/>
              <a:defRPr/>
            </a:pPr>
            <a:endParaRPr kumimoji="0" lang="en-GB" sz="1400" b="0" i="0" u="none" strike="noStrike" kern="1200" cap="none" spc="0" normalizeH="0" baseline="0" noProof="0" err="1">
              <a:ln>
                <a:noFill/>
              </a:ln>
              <a:solidFill>
                <a:srgbClr val="312E2C"/>
              </a:solidFill>
              <a:effectLst/>
              <a:uLnTx/>
              <a:uFillTx/>
              <a:latin typeface="+mn-lt"/>
              <a:ea typeface="+mn-ea"/>
              <a:cs typeface="+mn-cs"/>
            </a:endParaRPr>
          </a:p>
        </p:txBody>
      </p:sp>
      <p:sp>
        <p:nvSpPr>
          <p:cNvPr id="10" name="TextBox 9">
            <a:extLst>
              <a:ext uri="{FF2B5EF4-FFF2-40B4-BE49-F238E27FC236}">
                <a16:creationId xmlns:a16="http://schemas.microsoft.com/office/drawing/2014/main" id="{027253CB-F281-E55B-30F9-24D71F1D4FA3}"/>
              </a:ext>
            </a:extLst>
          </p:cNvPr>
          <p:cNvSpPr txBox="1"/>
          <p:nvPr userDrawn="1"/>
        </p:nvSpPr>
        <p:spPr>
          <a:xfrm>
            <a:off x="3628824" y="7307632"/>
            <a:ext cx="919275" cy="107722"/>
          </a:xfrm>
          <a:prstGeom prst="rect">
            <a:avLst/>
          </a:prstGeom>
        </p:spPr>
        <p:txBody>
          <a:bodyPr vert="horz" wrap="non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2" name="ShortLOGO">
            <a:extLst>
              <a:ext uri="{FF2B5EF4-FFF2-40B4-BE49-F238E27FC236}">
                <a16:creationId xmlns:a16="http://schemas.microsoft.com/office/drawing/2014/main" id="{D28D3215-9990-8257-7243-BA964DBD44AE}"/>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3236340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Image full">
    <p:spTree>
      <p:nvGrpSpPr>
        <p:cNvPr id="1" name=""/>
        <p:cNvGrpSpPr/>
        <p:nvPr/>
      </p:nvGrpSpPr>
      <p:grpSpPr>
        <a:xfrm>
          <a:off x="0" y="0"/>
          <a:ext cx="0" cy="0"/>
          <a:chOff x="0" y="0"/>
          <a:chExt cx="0" cy="0"/>
        </a:xfrm>
      </p:grpSpPr>
      <p:sp>
        <p:nvSpPr>
          <p:cNvPr id="14" name="Picture Placeholder 6">
            <a:extLst>
              <a:ext uri="{FF2B5EF4-FFF2-40B4-BE49-F238E27FC236}">
                <a16:creationId xmlns:a16="http://schemas.microsoft.com/office/drawing/2014/main" id="{E6D5E84C-9FFE-4D5E-9D9C-AE53E0D0EE39}"/>
              </a:ext>
              <a:ext uri="{C183D7F6-B498-43B3-948B-1728B52AA6E4}">
                <adec:decorative xmlns:adec="http://schemas.microsoft.com/office/drawing/2017/decorative" val="0"/>
              </a:ext>
            </a:extLst>
          </p:cNvPr>
          <p:cNvSpPr>
            <a:spLocks noGrp="1"/>
          </p:cNvSpPr>
          <p:nvPr>
            <p:ph type="pic" sz="quarter" idx="20"/>
          </p:nvPr>
        </p:nvSpPr>
        <p:spPr>
          <a:xfrm>
            <a:off x="0" y="0"/>
            <a:ext cx="13439775" cy="7559675"/>
          </a:xfrm>
          <a:solidFill>
            <a:srgbClr val="EAEEF1"/>
          </a:solidFill>
        </p:spPr>
        <p:txBody>
          <a:bodyPr/>
          <a:lstStyle>
            <a:lvl1pPr>
              <a:defRPr>
                <a:latin typeface="+mn-lt"/>
                <a:ea typeface="+mn-ea"/>
                <a:cs typeface="+mn-cs"/>
              </a:defRPr>
            </a:lvl1pPr>
          </a:lstStyle>
          <a:p>
            <a:r>
              <a:rPr lang="en-US"/>
              <a:t>Click icon to add picture</a:t>
            </a:r>
          </a:p>
        </p:txBody>
      </p:sp>
      <p:sp>
        <p:nvSpPr>
          <p:cNvPr id="2" name="Rectangle 1">
            <a:extLst>
              <a:ext uri="{FF2B5EF4-FFF2-40B4-BE49-F238E27FC236}">
                <a16:creationId xmlns:a16="http://schemas.microsoft.com/office/drawing/2014/main" id="{146625C4-B531-F06D-0E55-E3BAC5C1F1C8}"/>
              </a:ext>
              <a:ext uri="{C183D7F6-B498-43B3-948B-1728B52AA6E4}">
                <adec:decorative xmlns:adec="http://schemas.microsoft.com/office/drawing/2017/decorative" val="1"/>
              </a:ext>
            </a:extLst>
          </p:cNvPr>
          <p:cNvSpPr/>
          <p:nvPr userDrawn="1"/>
        </p:nvSpPr>
        <p:spPr>
          <a:xfrm>
            <a:off x="0" y="1"/>
            <a:ext cx="8399463" cy="7559674"/>
          </a:xfrm>
          <a:prstGeom prst="rect">
            <a:avLst/>
          </a:prstGeom>
          <a:gradFill flip="none" rotWithShape="1">
            <a:gsLst>
              <a:gs pos="0">
                <a:srgbClr val="323F48">
                  <a:alpha val="0"/>
                </a:srgbClr>
              </a:gs>
              <a:gs pos="71000">
                <a:srgbClr val="20292E">
                  <a:alpha val="71000"/>
                </a:srgbClr>
              </a:gs>
              <a:gs pos="100000">
                <a:srgbClr val="121719"/>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400" err="1">
              <a:solidFill>
                <a:schemeClr val="tx1"/>
              </a:solidFill>
              <a:latin typeface="+mn-lt"/>
              <a:ea typeface="+mn-ea"/>
              <a:cs typeface="+mn-cs"/>
            </a:endParaRPr>
          </a:p>
        </p:txBody>
      </p:sp>
      <p:sp>
        <p:nvSpPr>
          <p:cNvPr id="4" name="Title"/>
          <p:cNvSpPr>
            <a:spLocks noGrp="1"/>
          </p:cNvSpPr>
          <p:nvPr>
            <p:ph type="title" hasCustomPrompt="1"/>
          </p:nvPr>
        </p:nvSpPr>
        <p:spPr>
          <a:xfrm>
            <a:off x="0" y="0"/>
            <a:ext cx="8386762" cy="3601836"/>
          </a:xfrm>
          <a:prstGeom prst="rect">
            <a:avLst/>
          </a:prstGeom>
          <a:gradFill flip="none" rotWithShape="1">
            <a:gsLst>
              <a:gs pos="0">
                <a:srgbClr val="141A1E">
                  <a:alpha val="0"/>
                </a:srgbClr>
              </a:gs>
              <a:gs pos="50000">
                <a:srgbClr val="141A1E">
                  <a:alpha val="40000"/>
                </a:srgbClr>
              </a:gs>
              <a:gs pos="100000">
                <a:srgbClr val="141A1E">
                  <a:alpha val="80000"/>
                </a:srgbClr>
              </a:gs>
            </a:gsLst>
            <a:lin ang="10800000" scaled="1"/>
            <a:tileRect/>
          </a:gradFill>
        </p:spPr>
        <p:txBody>
          <a:bodyPr vert="horz" wrap="square" lIns="432000" tIns="360000" rIns="72000" bIns="360000" rtlCol="0" anchor="b" anchorCtr="0">
            <a:noAutofit/>
          </a:bodyPr>
          <a:lstStyle>
            <a:lvl1pPr>
              <a:defRPr lang="de-DE" sz="3200">
                <a:solidFill>
                  <a:schemeClr val="bg1"/>
                </a:solidFill>
              </a:defRPr>
            </a:lvl1pPr>
          </a:lstStyle>
          <a:p>
            <a:pPr marL="0" lvl="0" indent="0">
              <a:spcBef>
                <a:spcPts val="600"/>
              </a:spcBef>
              <a:buFont typeface="Wingdings" panose="05000000000000000000" pitchFamily="2" charset="2"/>
            </a:pPr>
            <a:r>
              <a:rPr lang="en-US" dirty="0"/>
              <a:t>Click to edit title</a:t>
            </a:r>
            <a:endParaRPr lang="de-DE" dirty="0"/>
          </a:p>
        </p:txBody>
      </p:sp>
      <p:sp>
        <p:nvSpPr>
          <p:cNvPr id="6" name="Text Placeholder 5">
            <a:extLst>
              <a:ext uri="{FF2B5EF4-FFF2-40B4-BE49-F238E27FC236}">
                <a16:creationId xmlns:a16="http://schemas.microsoft.com/office/drawing/2014/main" id="{8F6889A9-FD49-8ED0-E1EE-D4956862FE03}"/>
              </a:ext>
            </a:extLst>
          </p:cNvPr>
          <p:cNvSpPr>
            <a:spLocks noGrp="1"/>
          </p:cNvSpPr>
          <p:nvPr>
            <p:ph type="body" sz="quarter" idx="21"/>
          </p:nvPr>
        </p:nvSpPr>
        <p:spPr>
          <a:xfrm>
            <a:off x="0" y="3602038"/>
            <a:ext cx="8386402" cy="3957636"/>
          </a:xfrm>
          <a:gradFill flip="none" rotWithShape="1">
            <a:gsLst>
              <a:gs pos="0">
                <a:srgbClr val="141A1E">
                  <a:alpha val="0"/>
                </a:srgbClr>
              </a:gs>
              <a:gs pos="50000">
                <a:srgbClr val="141A1E">
                  <a:alpha val="40000"/>
                </a:srgbClr>
              </a:gs>
              <a:gs pos="100000">
                <a:srgbClr val="141A1E">
                  <a:alpha val="80000"/>
                </a:srgbClr>
              </a:gs>
            </a:gsLst>
            <a:lin ang="10800000" scaled="1"/>
            <a:tileRect/>
          </a:gradFill>
        </p:spPr>
        <p:txBody>
          <a:bodyPr vert="horz" wrap="square" lIns="432000" tIns="72000" rIns="72000" bIns="72000" rtlCol="0" anchor="t" anchorCtr="0">
            <a:noAutofit/>
          </a:bodyPr>
          <a:lstStyle>
            <a:lvl1pPr>
              <a:defRPr lang="en-US" sz="1800" dirty="0" smtClean="0">
                <a:solidFill>
                  <a:schemeClr val="bg1"/>
                </a:solidFill>
              </a:defRPr>
            </a:lvl1pPr>
          </a:lstStyle>
          <a:p>
            <a:pPr lvl="0">
              <a:spcBef>
                <a:spcPts val="600"/>
              </a:spcBef>
            </a:pPr>
            <a:r>
              <a:rPr lang="en-US"/>
              <a:t>Click to edit Master text styles</a:t>
            </a:r>
          </a:p>
        </p:txBody>
      </p:sp>
    </p:spTree>
    <p:extLst>
      <p:ext uri="{BB962C8B-B14F-4D97-AF65-F5344CB8AC3E}">
        <p14:creationId xmlns:p14="http://schemas.microsoft.com/office/powerpoint/2010/main" val="1279108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Image left squa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CBD739-445A-43CB-BCBE-FD3C37FA4BD9}"/>
              </a:ext>
              <a:ext uri="{C183D7F6-B498-43B3-948B-1728B52AA6E4}">
                <adec:decorative xmlns:adec="http://schemas.microsoft.com/office/drawing/2017/decorative" val="1"/>
              </a:ext>
            </a:extLst>
          </p:cNvPr>
          <p:cNvSpPr>
            <a:spLocks/>
          </p:cNvSpPr>
          <p:nvPr userDrawn="1"/>
        </p:nvSpPr>
        <p:spPr>
          <a:xfrm>
            <a:off x="1" y="0"/>
            <a:ext cx="8208962" cy="7559675"/>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400" err="1">
              <a:solidFill>
                <a:schemeClr val="tx1"/>
              </a:solidFill>
              <a:latin typeface="+mn-lt"/>
              <a:ea typeface="+mn-ea"/>
              <a:cs typeface="+mn-cs"/>
            </a:endParaRPr>
          </a:p>
        </p:txBody>
      </p:sp>
      <p:sp>
        <p:nvSpPr>
          <p:cNvPr id="9" name="Navigator">
            <a:extLst>
              <a:ext uri="{FF2B5EF4-FFF2-40B4-BE49-F238E27FC236}">
                <a16:creationId xmlns:a16="http://schemas.microsoft.com/office/drawing/2014/main" id="{E3B969D2-1A94-4FA0-9B0B-C0705CA2DB32}"/>
              </a:ext>
            </a:extLst>
          </p:cNvPr>
          <p:cNvSpPr>
            <a:spLocks noGrp="1"/>
          </p:cNvSpPr>
          <p:nvPr>
            <p:ph type="body" sz="quarter" idx="19" hasCustomPrompt="1"/>
          </p:nvPr>
        </p:nvSpPr>
        <p:spPr>
          <a:xfrm>
            <a:off x="8424863" y="105667"/>
            <a:ext cx="4583112"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7" name="Title">
            <a:extLst>
              <a:ext uri="{FF2B5EF4-FFF2-40B4-BE49-F238E27FC236}">
                <a16:creationId xmlns:a16="http://schemas.microsoft.com/office/drawing/2014/main" id="{EDC68F1B-B1F0-5C37-99FC-16B97AB39CDD}"/>
              </a:ext>
            </a:extLst>
          </p:cNvPr>
          <p:cNvSpPr>
            <a:spLocks noGrp="1"/>
          </p:cNvSpPr>
          <p:nvPr>
            <p:ph type="title" hasCustomPrompt="1"/>
          </p:nvPr>
        </p:nvSpPr>
        <p:spPr>
          <a:xfrm>
            <a:off x="8424863" y="750777"/>
            <a:ext cx="4583112" cy="307777"/>
          </a:xfrm>
        </p:spPr>
        <p:txBody>
          <a:bodyPr vert="horz" wrap="square" lIns="0" tIns="0" rIns="0" bIns="0" rtlCol="0" anchor="b" anchorCtr="0">
            <a:spAutoFit/>
          </a:bodyPr>
          <a:lstStyle>
            <a:lvl1pPr>
              <a:defRPr lang="en-US"/>
            </a:lvl1pPr>
          </a:lstStyle>
          <a:p>
            <a:pPr lvl="0"/>
            <a:r>
              <a:rPr lang="en-US" dirty="0"/>
              <a:t>Click to edit title</a:t>
            </a:r>
          </a:p>
        </p:txBody>
      </p:sp>
      <p:sp>
        <p:nvSpPr>
          <p:cNvPr id="21" name="Picture Placeholder 6">
            <a:extLst>
              <a:ext uri="{FF2B5EF4-FFF2-40B4-BE49-F238E27FC236}">
                <a16:creationId xmlns:a16="http://schemas.microsoft.com/office/drawing/2014/main" id="{E6D5E84C-9FFE-4D5E-9D9C-AE53E0D0EE39}"/>
              </a:ext>
            </a:extLst>
          </p:cNvPr>
          <p:cNvSpPr>
            <a:spLocks noGrp="1"/>
          </p:cNvSpPr>
          <p:nvPr>
            <p:ph type="pic" sz="quarter" idx="20"/>
          </p:nvPr>
        </p:nvSpPr>
        <p:spPr>
          <a:xfrm>
            <a:off x="1" y="0"/>
            <a:ext cx="8208962" cy="7559675"/>
          </a:xfrm>
          <a:solidFill>
            <a:schemeClr val="accent1">
              <a:lumMod val="40000"/>
              <a:lumOff val="60000"/>
            </a:schemeClr>
          </a:solidFill>
        </p:spPr>
        <p:txBody>
          <a:bodyPr/>
          <a:lstStyle>
            <a:lvl1pPr>
              <a:defRPr>
                <a:latin typeface="+mn-lt"/>
                <a:ea typeface="+mn-ea"/>
                <a:cs typeface="+mn-cs"/>
              </a:defRPr>
            </a:lvl1pPr>
          </a:lstStyle>
          <a:p>
            <a:r>
              <a:rPr lang="en-US"/>
              <a:t>Click icon to add picture</a:t>
            </a:r>
          </a:p>
        </p:txBody>
      </p:sp>
      <p:sp>
        <p:nvSpPr>
          <p:cNvPr id="11" name="Text Placeholder 10">
            <a:extLst>
              <a:ext uri="{FF2B5EF4-FFF2-40B4-BE49-F238E27FC236}">
                <a16:creationId xmlns:a16="http://schemas.microsoft.com/office/drawing/2014/main" id="{66E3A0F7-A7C8-D124-B40B-38C93D901A5B}"/>
              </a:ext>
            </a:extLst>
          </p:cNvPr>
          <p:cNvSpPr>
            <a:spLocks noGrp="1"/>
          </p:cNvSpPr>
          <p:nvPr>
            <p:ph type="body" sz="quarter" idx="21"/>
          </p:nvPr>
        </p:nvSpPr>
        <p:spPr>
          <a:xfrm>
            <a:off x="8424863" y="1511299"/>
            <a:ext cx="4583112" cy="5472000"/>
          </a:xfrm>
        </p:spPr>
        <p:txBody>
          <a:bodyPr tIns="0" bIns="0"/>
          <a:lstStyle>
            <a:lvl1pPr marL="180975" indent="-180975">
              <a:buFont typeface="Wingdings" panose="05000000000000000000" pitchFamily="2" charset="2"/>
              <a:buChar char="§"/>
              <a:defRPr sz="1600">
                <a:latin typeface="+mn-lt"/>
                <a:ea typeface="+mn-ea"/>
                <a:cs typeface="+mn-cs"/>
              </a:defRPr>
            </a:lvl1pPr>
            <a:lvl2pPr marL="0" indent="0">
              <a:buNone/>
              <a:defRPr/>
            </a:lvl2pPr>
          </a:lstStyle>
          <a:p>
            <a:pPr lvl="0"/>
            <a:r>
              <a:rPr lang="en-US"/>
              <a:t>Click to edit Master text styles</a:t>
            </a:r>
          </a:p>
        </p:txBody>
      </p:sp>
      <p:sp>
        <p:nvSpPr>
          <p:cNvPr id="2" name="Footer"/>
          <p:cNvSpPr>
            <a:spLocks noGrp="1"/>
          </p:cNvSpPr>
          <p:nvPr>
            <p:ph type="ftr" sz="quarter" idx="17"/>
          </p:nvPr>
        </p:nvSpPr>
        <p:spPr>
          <a:xfrm>
            <a:off x="9213130" y="7308000"/>
            <a:ext cx="2408958" cy="107722"/>
          </a:xfrm>
        </p:spPr>
        <p:txBody>
          <a:bodyPr vert="horz" wrap="square" lIns="0" tIns="0" rIns="0" bIns="0" rtlCol="0" anchor="t" anchorCtr="0">
            <a:spAutoFit/>
          </a:bodyPr>
          <a:lstStyle>
            <a:lvl1pPr rtl="0">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8424863" y="7124564"/>
            <a:ext cx="3197225" cy="107722"/>
          </a:xfrm>
          <a:prstGeom prst="rect">
            <a:avLst/>
          </a:prstGeom>
        </p:spPr>
        <p:txBody>
          <a:bodyPr wrap="square" lIns="0" tIns="0" rIns="0" bIns="0" anchor="b" anchorCtr="0">
            <a:spAutoFit/>
          </a:bodyPr>
          <a:lstStyle>
            <a:lvl1pPr marL="0" indent="0" rtl="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4" name="Slide Number">
            <a:extLst>
              <a:ext uri="{FF2B5EF4-FFF2-40B4-BE49-F238E27FC236}">
                <a16:creationId xmlns:a16="http://schemas.microsoft.com/office/drawing/2014/main" id="{13E04A2C-C1A3-E791-BC49-0BBA30BB3D2E}"/>
              </a:ext>
            </a:extLst>
          </p:cNvPr>
          <p:cNvSpPr>
            <a:spLocks noGrp="1"/>
          </p:cNvSpPr>
          <p:nvPr>
            <p:ph type="sldNum" sz="quarter" idx="4"/>
          </p:nvPr>
        </p:nvSpPr>
        <p:spPr>
          <a:xfrm>
            <a:off x="13007975" y="7308000"/>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12" name="TextBox 11">
            <a:extLst>
              <a:ext uri="{FF2B5EF4-FFF2-40B4-BE49-F238E27FC236}">
                <a16:creationId xmlns:a16="http://schemas.microsoft.com/office/drawing/2014/main" id="{3718FB00-F9EA-35FC-0865-A431A23A7AAF}"/>
              </a:ext>
            </a:extLst>
          </p:cNvPr>
          <p:cNvSpPr txBox="1"/>
          <p:nvPr userDrawn="1"/>
        </p:nvSpPr>
        <p:spPr>
          <a:xfrm>
            <a:off x="8424863" y="7307632"/>
            <a:ext cx="788267" cy="107722"/>
          </a:xfrm>
          <a:prstGeom prst="rect">
            <a:avLst/>
          </a:prstGeom>
        </p:spPr>
        <p:txBody>
          <a:bodyPr vert="horz" wrap="squar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6" name="ShortLOGO">
            <a:extLst>
              <a:ext uri="{FF2B5EF4-FFF2-40B4-BE49-F238E27FC236}">
                <a16:creationId xmlns:a16="http://schemas.microsoft.com/office/drawing/2014/main" id="{0AAFCF79-A940-D1A3-497A-DD44F210067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754653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Image left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62A8D5-E7D7-4B92-8C0F-526007EDFA4C}"/>
              </a:ext>
              <a:ext uri="{C183D7F6-B498-43B3-948B-1728B52AA6E4}">
                <adec:decorative xmlns:adec="http://schemas.microsoft.com/office/drawing/2017/decorative" val="1"/>
              </a:ext>
            </a:extLst>
          </p:cNvPr>
          <p:cNvSpPr>
            <a:spLocks/>
          </p:cNvSpPr>
          <p:nvPr userDrawn="1"/>
        </p:nvSpPr>
        <p:spPr>
          <a:xfrm>
            <a:off x="-1" y="0"/>
            <a:ext cx="6610350" cy="7559675"/>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400" err="1">
              <a:solidFill>
                <a:schemeClr val="tx1"/>
              </a:solidFill>
              <a:latin typeface="+mn-lt"/>
              <a:ea typeface="+mn-ea"/>
              <a:cs typeface="+mn-cs"/>
            </a:endParaRPr>
          </a:p>
        </p:txBody>
      </p:sp>
      <p:sp>
        <p:nvSpPr>
          <p:cNvPr id="14" name="Picture Placeholder 6">
            <a:extLst>
              <a:ext uri="{FF2B5EF4-FFF2-40B4-BE49-F238E27FC236}">
                <a16:creationId xmlns:a16="http://schemas.microsoft.com/office/drawing/2014/main" id="{E6D5E84C-9FFE-4D5E-9D9C-AE53E0D0EE39}"/>
              </a:ext>
            </a:extLst>
          </p:cNvPr>
          <p:cNvSpPr>
            <a:spLocks noGrp="1"/>
          </p:cNvSpPr>
          <p:nvPr>
            <p:ph type="pic" sz="quarter" idx="20"/>
          </p:nvPr>
        </p:nvSpPr>
        <p:spPr>
          <a:xfrm>
            <a:off x="-2" y="0"/>
            <a:ext cx="6610351" cy="7559675"/>
          </a:xfrm>
          <a:solidFill>
            <a:schemeClr val="accent1">
              <a:lumMod val="40000"/>
              <a:lumOff val="60000"/>
            </a:schemeClr>
          </a:solidFill>
        </p:spPr>
        <p:txBody>
          <a:bodyPr/>
          <a:lstStyle>
            <a:lvl1pPr>
              <a:defRPr>
                <a:latin typeface="+mn-lt"/>
                <a:ea typeface="+mn-ea"/>
                <a:cs typeface="+mn-cs"/>
              </a:defRPr>
            </a:lvl1pPr>
          </a:lstStyle>
          <a:p>
            <a:r>
              <a:rPr lang="en-US"/>
              <a:t>Click icon to add picture</a:t>
            </a:r>
          </a:p>
        </p:txBody>
      </p:sp>
      <p:sp>
        <p:nvSpPr>
          <p:cNvPr id="9" name="Navigator">
            <a:extLst>
              <a:ext uri="{FF2B5EF4-FFF2-40B4-BE49-F238E27FC236}">
                <a16:creationId xmlns:a16="http://schemas.microsoft.com/office/drawing/2014/main" id="{4CCEE5EA-8785-4C75-B0A6-AC8C0EFC8013}"/>
              </a:ext>
            </a:extLst>
          </p:cNvPr>
          <p:cNvSpPr>
            <a:spLocks noGrp="1"/>
          </p:cNvSpPr>
          <p:nvPr>
            <p:ph type="body" sz="quarter" idx="19" hasCustomPrompt="1"/>
          </p:nvPr>
        </p:nvSpPr>
        <p:spPr>
          <a:xfrm>
            <a:off x="6829427" y="105667"/>
            <a:ext cx="6178547"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7" name="Title">
            <a:extLst>
              <a:ext uri="{FF2B5EF4-FFF2-40B4-BE49-F238E27FC236}">
                <a16:creationId xmlns:a16="http://schemas.microsoft.com/office/drawing/2014/main" id="{3B6DBEA2-E01A-91C8-9EDE-CAA3EC00DA30}"/>
              </a:ext>
            </a:extLst>
          </p:cNvPr>
          <p:cNvSpPr>
            <a:spLocks noGrp="1"/>
          </p:cNvSpPr>
          <p:nvPr>
            <p:ph type="title" hasCustomPrompt="1"/>
          </p:nvPr>
        </p:nvSpPr>
        <p:spPr>
          <a:xfrm>
            <a:off x="6829427" y="750777"/>
            <a:ext cx="6178547" cy="307777"/>
          </a:xfrm>
        </p:spPr>
        <p:txBody>
          <a:bodyPr vert="horz" wrap="square" lIns="0" tIns="0" rIns="0" bIns="0" rtlCol="0" anchor="b" anchorCtr="0">
            <a:spAutoFit/>
          </a:bodyPr>
          <a:lstStyle>
            <a:lvl1pPr>
              <a:defRPr lang="en-US"/>
            </a:lvl1pPr>
          </a:lstStyle>
          <a:p>
            <a:pPr lvl="0"/>
            <a:r>
              <a:rPr lang="en-US" dirty="0"/>
              <a:t>Click to edit title</a:t>
            </a:r>
          </a:p>
        </p:txBody>
      </p:sp>
      <p:sp>
        <p:nvSpPr>
          <p:cNvPr id="12" name="Text Placeholder 10">
            <a:extLst>
              <a:ext uri="{FF2B5EF4-FFF2-40B4-BE49-F238E27FC236}">
                <a16:creationId xmlns:a16="http://schemas.microsoft.com/office/drawing/2014/main" id="{47154C3F-9FA6-B363-0AFB-68AD5C8475FD}"/>
              </a:ext>
            </a:extLst>
          </p:cNvPr>
          <p:cNvSpPr>
            <a:spLocks noGrp="1"/>
          </p:cNvSpPr>
          <p:nvPr>
            <p:ph type="body" sz="quarter" idx="21"/>
          </p:nvPr>
        </p:nvSpPr>
        <p:spPr>
          <a:xfrm>
            <a:off x="6829427" y="1512000"/>
            <a:ext cx="6178547" cy="5471413"/>
          </a:xfrm>
        </p:spPr>
        <p:txBody>
          <a:bodyPr tIns="0" bIns="0"/>
          <a:lstStyle>
            <a:lvl1pPr marL="180975" indent="-180975">
              <a:buFont typeface="Wingdings" panose="05000000000000000000" pitchFamily="2" charset="2"/>
              <a:buChar char="§"/>
              <a:defRPr sz="1600">
                <a:latin typeface="+mn-lt"/>
                <a:ea typeface="+mn-ea"/>
                <a:cs typeface="+mn-cs"/>
              </a:defRPr>
            </a:lvl1pPr>
            <a:lvl2pPr marL="0" indent="0">
              <a:buNone/>
              <a:defRPr/>
            </a:lvl2pPr>
          </a:lstStyle>
          <a:p>
            <a:pPr lvl="0"/>
            <a:r>
              <a:rPr lang="en-US"/>
              <a:t>Click to edit Master text styles</a:t>
            </a:r>
          </a:p>
        </p:txBody>
      </p:sp>
      <p:sp>
        <p:nvSpPr>
          <p:cNvPr id="2" name="Footer"/>
          <p:cNvSpPr>
            <a:spLocks noGrp="1"/>
          </p:cNvSpPr>
          <p:nvPr>
            <p:ph type="ftr" sz="quarter" idx="17"/>
          </p:nvPr>
        </p:nvSpPr>
        <p:spPr>
          <a:xfrm>
            <a:off x="7607969" y="7307632"/>
            <a:ext cx="4014119" cy="107722"/>
          </a:xfrm>
        </p:spPr>
        <p:txBody>
          <a:bodyPr vert="horz" wrap="square" lIns="0" tIns="0" rIns="0" bIns="0" rtlCol="0" anchor="t" anchorCtr="0">
            <a:spAutoFit/>
          </a:bodyPr>
          <a:lstStyle>
            <a:lvl1pPr>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6829427" y="7124564"/>
            <a:ext cx="4792661"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11" name="Slide Number">
            <a:extLst>
              <a:ext uri="{FF2B5EF4-FFF2-40B4-BE49-F238E27FC236}">
                <a16:creationId xmlns:a16="http://schemas.microsoft.com/office/drawing/2014/main" id="{B124CE22-3135-7EB2-4F4C-45319DD2E711}"/>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5" name="TextBox 4">
            <a:extLst>
              <a:ext uri="{FF2B5EF4-FFF2-40B4-BE49-F238E27FC236}">
                <a16:creationId xmlns:a16="http://schemas.microsoft.com/office/drawing/2014/main" id="{53EBDC94-A670-C9D2-9282-8B1EB3140BDC}"/>
              </a:ext>
            </a:extLst>
          </p:cNvPr>
          <p:cNvSpPr txBox="1"/>
          <p:nvPr userDrawn="1"/>
        </p:nvSpPr>
        <p:spPr>
          <a:xfrm>
            <a:off x="6829427" y="7307632"/>
            <a:ext cx="778542" cy="107722"/>
          </a:xfrm>
          <a:prstGeom prst="rect">
            <a:avLst/>
          </a:prstGeom>
        </p:spPr>
        <p:txBody>
          <a:bodyPr vert="horz" wrap="non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4" name="ShortLOGO">
            <a:extLst>
              <a:ext uri="{FF2B5EF4-FFF2-40B4-BE49-F238E27FC236}">
                <a16:creationId xmlns:a16="http://schemas.microsoft.com/office/drawing/2014/main" id="{08DC9A86-A722-B740-AA7E-BC3631EE23D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4152463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Image left 1:2">
    <p:spTree>
      <p:nvGrpSpPr>
        <p:cNvPr id="1" name=""/>
        <p:cNvGrpSpPr/>
        <p:nvPr/>
      </p:nvGrpSpPr>
      <p:grpSpPr>
        <a:xfrm>
          <a:off x="0" y="0"/>
          <a:ext cx="0" cy="0"/>
          <a:chOff x="0" y="0"/>
          <a:chExt cx="0" cy="0"/>
        </a:xfrm>
      </p:grpSpPr>
      <p:sp>
        <p:nvSpPr>
          <p:cNvPr id="9" name="Navigator">
            <a:extLst>
              <a:ext uri="{FF2B5EF4-FFF2-40B4-BE49-F238E27FC236}">
                <a16:creationId xmlns:a16="http://schemas.microsoft.com/office/drawing/2014/main" id="{673B4E18-B148-441B-8435-15A1206E0CB2}"/>
              </a:ext>
            </a:extLst>
          </p:cNvPr>
          <p:cNvSpPr>
            <a:spLocks noGrp="1"/>
          </p:cNvSpPr>
          <p:nvPr>
            <p:ph type="body" sz="quarter" idx="19" hasCustomPrompt="1"/>
          </p:nvPr>
        </p:nvSpPr>
        <p:spPr>
          <a:xfrm>
            <a:off x="5238312" y="105667"/>
            <a:ext cx="7780337"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4" name="Title"/>
          <p:cNvSpPr>
            <a:spLocks noGrp="1"/>
          </p:cNvSpPr>
          <p:nvPr>
            <p:ph type="title" hasCustomPrompt="1"/>
          </p:nvPr>
        </p:nvSpPr>
        <p:spPr>
          <a:xfrm>
            <a:off x="5238312" y="750777"/>
            <a:ext cx="7769664" cy="307777"/>
          </a:xfrm>
          <a:prstGeom prst="rect">
            <a:avLst/>
          </a:prstGeom>
        </p:spPr>
        <p:txBody>
          <a:bodyPr vert="horz" wrap="square" lIns="0" tIns="0" rIns="0" bIns="0" rtlCol="0" anchor="b" anchorCtr="0">
            <a:spAutoFit/>
          </a:bodyPr>
          <a:lstStyle>
            <a:lvl1pPr>
              <a:defRPr lang="de-DE" dirty="0"/>
            </a:lvl1pPr>
          </a:lstStyle>
          <a:p>
            <a:pPr lvl="0"/>
            <a:r>
              <a:rPr lang="en-US" dirty="0"/>
              <a:t>Click to edit title</a:t>
            </a:r>
            <a:endParaRPr lang="de-DE" dirty="0"/>
          </a:p>
        </p:txBody>
      </p:sp>
      <p:sp>
        <p:nvSpPr>
          <p:cNvPr id="18" name="Picture Placeholder 6">
            <a:extLst>
              <a:ext uri="{FF2B5EF4-FFF2-40B4-BE49-F238E27FC236}">
                <a16:creationId xmlns:a16="http://schemas.microsoft.com/office/drawing/2014/main" id="{E6D5E84C-9FFE-4D5E-9D9C-AE53E0D0EE39}"/>
              </a:ext>
            </a:extLst>
          </p:cNvPr>
          <p:cNvSpPr>
            <a:spLocks noGrp="1"/>
          </p:cNvSpPr>
          <p:nvPr>
            <p:ph type="pic" sz="quarter" idx="20"/>
          </p:nvPr>
        </p:nvSpPr>
        <p:spPr>
          <a:xfrm>
            <a:off x="1" y="0"/>
            <a:ext cx="5011737" cy="7559675"/>
          </a:xfrm>
          <a:solidFill>
            <a:schemeClr val="accent1">
              <a:lumMod val="40000"/>
              <a:lumOff val="60000"/>
            </a:schemeClr>
          </a:solidFill>
        </p:spPr>
        <p:txBody>
          <a:bodyPr/>
          <a:lstStyle>
            <a:lvl1pPr>
              <a:defRPr>
                <a:latin typeface="+mn-lt"/>
                <a:ea typeface="+mn-ea"/>
                <a:cs typeface="+mn-cs"/>
              </a:defRPr>
            </a:lvl1pPr>
          </a:lstStyle>
          <a:p>
            <a:r>
              <a:rPr lang="en-US"/>
              <a:t>Click icon to add picture</a:t>
            </a:r>
          </a:p>
        </p:txBody>
      </p:sp>
      <p:sp>
        <p:nvSpPr>
          <p:cNvPr id="11" name="Text Placeholder 10">
            <a:extLst>
              <a:ext uri="{FF2B5EF4-FFF2-40B4-BE49-F238E27FC236}">
                <a16:creationId xmlns:a16="http://schemas.microsoft.com/office/drawing/2014/main" id="{09E9A693-E528-6370-6B3A-74D5C7593BDB}"/>
              </a:ext>
            </a:extLst>
          </p:cNvPr>
          <p:cNvSpPr>
            <a:spLocks noGrp="1"/>
          </p:cNvSpPr>
          <p:nvPr>
            <p:ph type="body" sz="quarter" idx="21"/>
          </p:nvPr>
        </p:nvSpPr>
        <p:spPr>
          <a:xfrm>
            <a:off x="5238312" y="1511413"/>
            <a:ext cx="7780338" cy="5472000"/>
          </a:xfrm>
        </p:spPr>
        <p:txBody>
          <a:bodyPr tIns="0" bIns="0"/>
          <a:lstStyle>
            <a:lvl1pPr marL="180975" indent="-180975">
              <a:buFont typeface="Wingdings" panose="05000000000000000000" pitchFamily="2" charset="2"/>
              <a:buChar char="§"/>
              <a:defRPr sz="1600">
                <a:latin typeface="+mn-lt"/>
                <a:ea typeface="+mn-ea"/>
                <a:cs typeface="+mn-cs"/>
              </a:defRPr>
            </a:lvl1pPr>
            <a:lvl2pPr marL="0" indent="0">
              <a:buNone/>
              <a:defRPr/>
            </a:lvl2pPr>
          </a:lstStyle>
          <a:p>
            <a:pPr lvl="0"/>
            <a:r>
              <a:rPr lang="en-US"/>
              <a:t>Click to edit Master text styles</a:t>
            </a:r>
          </a:p>
        </p:txBody>
      </p:sp>
      <p:sp>
        <p:nvSpPr>
          <p:cNvPr id="2" name="Footer"/>
          <p:cNvSpPr>
            <a:spLocks noGrp="1"/>
          </p:cNvSpPr>
          <p:nvPr>
            <p:ph type="ftr" sz="quarter" idx="17"/>
          </p:nvPr>
        </p:nvSpPr>
        <p:spPr>
          <a:xfrm>
            <a:off x="6006641" y="7307632"/>
            <a:ext cx="5615447" cy="107722"/>
          </a:xfrm>
        </p:spPr>
        <p:txBody>
          <a:bodyPr vert="horz" wrap="square" lIns="0" tIns="0" rIns="0" bIns="0" rtlCol="0" anchor="t" anchorCtr="0">
            <a:spAutoFit/>
          </a:bodyPr>
          <a:lstStyle>
            <a:lvl1pPr rtl="0">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5238312" y="7124564"/>
            <a:ext cx="6394450" cy="107722"/>
          </a:xfrm>
          <a:prstGeom prst="rect">
            <a:avLst/>
          </a:prstGeom>
        </p:spPr>
        <p:txBody>
          <a:bodyPr wrap="square" lIns="0" tIns="0" rIns="0" bIns="0" anchor="b" anchorCtr="0">
            <a:spAutoFit/>
          </a:bodyPr>
          <a:lstStyle>
            <a:lvl1pPr marL="0" indent="0" rtl="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6" name="Slide Number">
            <a:extLst>
              <a:ext uri="{FF2B5EF4-FFF2-40B4-BE49-F238E27FC236}">
                <a16:creationId xmlns:a16="http://schemas.microsoft.com/office/drawing/2014/main" id="{1FD356C2-582C-9E7F-0EAD-7C8C98B940C5}"/>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5" name="TextBox 4">
            <a:extLst>
              <a:ext uri="{FF2B5EF4-FFF2-40B4-BE49-F238E27FC236}">
                <a16:creationId xmlns:a16="http://schemas.microsoft.com/office/drawing/2014/main" id="{21EA0F4B-7BC9-26F6-19BC-44D74A495EB2}"/>
              </a:ext>
            </a:extLst>
          </p:cNvPr>
          <p:cNvSpPr txBox="1"/>
          <p:nvPr userDrawn="1"/>
        </p:nvSpPr>
        <p:spPr>
          <a:xfrm>
            <a:off x="5238312" y="7307632"/>
            <a:ext cx="778543" cy="107722"/>
          </a:xfrm>
          <a:prstGeom prst="rect">
            <a:avLst/>
          </a:prstGeom>
        </p:spPr>
        <p:txBody>
          <a:bodyPr vert="horz" wrap="squar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3" name="ShortLOGO">
            <a:extLst>
              <a:ext uri="{FF2B5EF4-FFF2-40B4-BE49-F238E27FC236}">
                <a16:creationId xmlns:a16="http://schemas.microsoft.com/office/drawing/2014/main" id="{9B33CA81-BC6E-F677-CDC7-9AC9CE7BF85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3337183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Image left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BA5ACC-1D48-4248-B35D-F14CC9008635}"/>
              </a:ext>
              <a:ext uri="{C183D7F6-B498-43B3-948B-1728B52AA6E4}">
                <adec:decorative xmlns:adec="http://schemas.microsoft.com/office/drawing/2017/decorative" val="1"/>
              </a:ext>
            </a:extLst>
          </p:cNvPr>
          <p:cNvSpPr>
            <a:spLocks/>
          </p:cNvSpPr>
          <p:nvPr userDrawn="1"/>
        </p:nvSpPr>
        <p:spPr>
          <a:xfrm>
            <a:off x="0" y="0"/>
            <a:ext cx="3413124" cy="7559675"/>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400" err="1">
              <a:solidFill>
                <a:schemeClr val="tx1"/>
              </a:solidFill>
              <a:latin typeface="+mn-lt"/>
              <a:ea typeface="+mn-ea"/>
              <a:cs typeface="+mn-cs"/>
            </a:endParaRPr>
          </a:p>
        </p:txBody>
      </p:sp>
      <p:sp>
        <p:nvSpPr>
          <p:cNvPr id="14" name="Picture Placeholder 6">
            <a:extLst>
              <a:ext uri="{FF2B5EF4-FFF2-40B4-BE49-F238E27FC236}">
                <a16:creationId xmlns:a16="http://schemas.microsoft.com/office/drawing/2014/main" id="{E6D5E84C-9FFE-4D5E-9D9C-AE53E0D0EE39}"/>
              </a:ext>
            </a:extLst>
          </p:cNvPr>
          <p:cNvSpPr>
            <a:spLocks noGrp="1"/>
          </p:cNvSpPr>
          <p:nvPr>
            <p:ph type="pic" sz="quarter" idx="20"/>
          </p:nvPr>
        </p:nvSpPr>
        <p:spPr>
          <a:xfrm>
            <a:off x="1" y="0"/>
            <a:ext cx="3413124" cy="7559675"/>
          </a:xfrm>
          <a:solidFill>
            <a:schemeClr val="accent1">
              <a:lumMod val="40000"/>
              <a:lumOff val="60000"/>
            </a:schemeClr>
          </a:solidFill>
        </p:spPr>
        <p:txBody>
          <a:bodyPr/>
          <a:lstStyle>
            <a:lvl1pPr>
              <a:defRPr>
                <a:latin typeface="+mn-lt"/>
                <a:ea typeface="+mn-ea"/>
                <a:cs typeface="+mn-cs"/>
              </a:defRPr>
            </a:lvl1pPr>
          </a:lstStyle>
          <a:p>
            <a:r>
              <a:rPr lang="en-US"/>
              <a:t>Click icon to add picture</a:t>
            </a:r>
          </a:p>
        </p:txBody>
      </p:sp>
      <p:sp>
        <p:nvSpPr>
          <p:cNvPr id="9" name="Navigator">
            <a:extLst>
              <a:ext uri="{FF2B5EF4-FFF2-40B4-BE49-F238E27FC236}">
                <a16:creationId xmlns:a16="http://schemas.microsoft.com/office/drawing/2014/main" id="{673B4E18-B148-441B-8435-15A1206E0CB2}"/>
              </a:ext>
            </a:extLst>
          </p:cNvPr>
          <p:cNvSpPr>
            <a:spLocks noGrp="1"/>
          </p:cNvSpPr>
          <p:nvPr>
            <p:ph type="body" sz="quarter" idx="19" hasCustomPrompt="1"/>
          </p:nvPr>
        </p:nvSpPr>
        <p:spPr>
          <a:xfrm>
            <a:off x="3629026" y="105667"/>
            <a:ext cx="9378948"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4" name="Title"/>
          <p:cNvSpPr>
            <a:spLocks noGrp="1"/>
          </p:cNvSpPr>
          <p:nvPr>
            <p:ph type="title" hasCustomPrompt="1"/>
          </p:nvPr>
        </p:nvSpPr>
        <p:spPr>
          <a:xfrm>
            <a:off x="3629026" y="750777"/>
            <a:ext cx="9378948" cy="307777"/>
          </a:xfrm>
          <a:prstGeom prst="rect">
            <a:avLst/>
          </a:prstGeom>
        </p:spPr>
        <p:txBody>
          <a:bodyPr vert="horz" wrap="square" lIns="0" tIns="0" rIns="0" bIns="0" rtlCol="0" anchor="b" anchorCtr="0">
            <a:spAutoFit/>
          </a:bodyPr>
          <a:lstStyle>
            <a:lvl1pPr>
              <a:lnSpc>
                <a:spcPct val="100000"/>
              </a:lnSpc>
              <a:buFontTx/>
              <a:defRPr lang="de-DE" b="1" dirty="0">
                <a:latin typeface="+mn-lt"/>
                <a:ea typeface="+mn-ea"/>
                <a:cs typeface="+mn-cs"/>
              </a:defRPr>
            </a:lvl1pPr>
          </a:lstStyle>
          <a:p>
            <a:pPr lvl="0"/>
            <a:r>
              <a:rPr lang="en-US" dirty="0"/>
              <a:t>Click to edit title</a:t>
            </a:r>
            <a:endParaRPr lang="de-DE" dirty="0"/>
          </a:p>
        </p:txBody>
      </p:sp>
      <p:sp>
        <p:nvSpPr>
          <p:cNvPr id="11" name="Text Placeholder 10">
            <a:extLst>
              <a:ext uri="{FF2B5EF4-FFF2-40B4-BE49-F238E27FC236}">
                <a16:creationId xmlns:a16="http://schemas.microsoft.com/office/drawing/2014/main" id="{09E9A693-E528-6370-6B3A-74D5C7593BDB}"/>
              </a:ext>
            </a:extLst>
          </p:cNvPr>
          <p:cNvSpPr>
            <a:spLocks noGrp="1"/>
          </p:cNvSpPr>
          <p:nvPr>
            <p:ph type="body" sz="quarter" idx="21"/>
          </p:nvPr>
        </p:nvSpPr>
        <p:spPr>
          <a:xfrm>
            <a:off x="3629025" y="1511413"/>
            <a:ext cx="9378948" cy="5472000"/>
          </a:xfrm>
        </p:spPr>
        <p:txBody>
          <a:bodyPr tIns="0" bIns="0"/>
          <a:lstStyle>
            <a:lvl1pPr marL="180975" indent="-180975">
              <a:buFont typeface="Wingdings" panose="05000000000000000000" pitchFamily="2" charset="2"/>
              <a:buChar char="§"/>
              <a:defRPr sz="1600">
                <a:latin typeface="+mn-lt"/>
                <a:ea typeface="+mn-ea"/>
                <a:cs typeface="+mn-cs"/>
              </a:defRPr>
            </a:lvl1pPr>
            <a:lvl2pPr marL="0" indent="0">
              <a:buNone/>
              <a:defRPr/>
            </a:lvl2pPr>
          </a:lstStyle>
          <a:p>
            <a:pPr lvl="0"/>
            <a:r>
              <a:rPr lang="en-US"/>
              <a:t>Click to edit Master text styles</a:t>
            </a:r>
          </a:p>
        </p:txBody>
      </p:sp>
      <p:sp>
        <p:nvSpPr>
          <p:cNvPr id="2" name="Footer"/>
          <p:cNvSpPr>
            <a:spLocks noGrp="1"/>
          </p:cNvSpPr>
          <p:nvPr>
            <p:ph type="ftr" sz="quarter" idx="17"/>
          </p:nvPr>
        </p:nvSpPr>
        <p:spPr>
          <a:xfrm>
            <a:off x="4401217" y="7307632"/>
            <a:ext cx="7220870" cy="107722"/>
          </a:xfrm>
        </p:spPr>
        <p:txBody>
          <a:bodyPr vert="horz" wrap="square" lIns="0" tIns="0" rIns="0" bIns="0" rtlCol="0" anchor="t" anchorCtr="0">
            <a:spAutoFit/>
          </a:bodyPr>
          <a:lstStyle>
            <a:lvl1pPr>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3629025" y="7124564"/>
            <a:ext cx="7993061"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6" name="Slide Number">
            <a:extLst>
              <a:ext uri="{FF2B5EF4-FFF2-40B4-BE49-F238E27FC236}">
                <a16:creationId xmlns:a16="http://schemas.microsoft.com/office/drawing/2014/main" id="{1FD356C2-582C-9E7F-0EAD-7C8C98B940C5}"/>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12" name="TextBox 11">
            <a:extLst>
              <a:ext uri="{FF2B5EF4-FFF2-40B4-BE49-F238E27FC236}">
                <a16:creationId xmlns:a16="http://schemas.microsoft.com/office/drawing/2014/main" id="{75BCE049-C4D3-42C3-E19B-B20FE6E2B195}"/>
              </a:ext>
            </a:extLst>
          </p:cNvPr>
          <p:cNvSpPr txBox="1"/>
          <p:nvPr userDrawn="1"/>
        </p:nvSpPr>
        <p:spPr>
          <a:xfrm>
            <a:off x="3629025" y="7307632"/>
            <a:ext cx="772192" cy="107722"/>
          </a:xfrm>
          <a:prstGeom prst="rect">
            <a:avLst/>
          </a:prstGeom>
        </p:spPr>
        <p:txBody>
          <a:bodyPr vert="horz" wrap="square" lIns="0" tIns="0" rIns="36000" bIns="0" rtlCol="0" anchor="t" anchorCtr="0">
            <a:spAutoFit/>
          </a:bodyPr>
          <a:lstStyle>
            <a:defPPr>
              <a:defRPr lang="de-DE"/>
            </a:defPPr>
            <a:lvl1pPr lvl="0" defTabSz="888980">
              <a:lnSpc>
                <a:spcPct val="100000"/>
              </a:lnSpc>
              <a:defRPr sz="700">
                <a:solidFill>
                  <a:schemeClr val="bg1">
                    <a:lumMod val="50000"/>
                  </a:schemeClr>
                </a:solidFill>
              </a:defRPr>
            </a:lvl1pPr>
          </a:lstStyle>
          <a:p>
            <a:pPr lvl="0"/>
            <a:r>
              <a:rPr lang="en-US" dirty="0"/>
              <a:t>© Simon-Kucher I</a:t>
            </a:r>
          </a:p>
        </p:txBody>
      </p:sp>
      <p:pic>
        <p:nvPicPr>
          <p:cNvPr id="5" name="ShortLOGO">
            <a:extLst>
              <a:ext uri="{FF2B5EF4-FFF2-40B4-BE49-F238E27FC236}">
                <a16:creationId xmlns:a16="http://schemas.microsoft.com/office/drawing/2014/main" id="{E4F47A12-3794-A01C-1D64-CCEB17600C1E}"/>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30017514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Image top">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FB4F59-264E-BDDA-125F-C3BD6CB47028}"/>
              </a:ext>
              <a:ext uri="{C183D7F6-B498-43B3-948B-1728B52AA6E4}">
                <adec:decorative xmlns:adec="http://schemas.microsoft.com/office/drawing/2017/decorative" val="1"/>
              </a:ext>
            </a:extLst>
          </p:cNvPr>
          <p:cNvSpPr>
            <a:spLocks/>
          </p:cNvSpPr>
          <p:nvPr userDrawn="1"/>
        </p:nvSpPr>
        <p:spPr>
          <a:xfrm>
            <a:off x="1" y="1150938"/>
            <a:ext cx="13439773" cy="2628899"/>
          </a:xfrm>
          <a:prstGeom prst="rect">
            <a:avLst/>
          </a:prstGeom>
          <a:solidFill>
            <a:srgbClr val="EAEEF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1400" err="1">
              <a:solidFill>
                <a:schemeClr val="tx1"/>
              </a:solidFill>
              <a:latin typeface="+mn-lt"/>
              <a:ea typeface="+mn-ea"/>
              <a:cs typeface="+mn-cs"/>
            </a:endParaRPr>
          </a:p>
        </p:txBody>
      </p:sp>
      <p:sp>
        <p:nvSpPr>
          <p:cNvPr id="7" name="Picture Placeholder 6">
            <a:extLst>
              <a:ext uri="{FF2B5EF4-FFF2-40B4-BE49-F238E27FC236}">
                <a16:creationId xmlns:a16="http://schemas.microsoft.com/office/drawing/2014/main" id="{D56E8676-A642-4ED1-AF6D-949131DB4012}"/>
              </a:ext>
            </a:extLst>
          </p:cNvPr>
          <p:cNvSpPr>
            <a:spLocks noGrp="1"/>
          </p:cNvSpPr>
          <p:nvPr>
            <p:ph type="pic" sz="quarter" idx="20"/>
          </p:nvPr>
        </p:nvSpPr>
        <p:spPr>
          <a:xfrm>
            <a:off x="1" y="1150938"/>
            <a:ext cx="13439773" cy="2628900"/>
          </a:xfrm>
          <a:noFill/>
        </p:spPr>
        <p:txBody>
          <a:bodyPr/>
          <a:lstStyle>
            <a:lvl1pPr>
              <a:defRPr>
                <a:latin typeface="+mn-lt"/>
                <a:ea typeface="+mn-ea"/>
                <a:cs typeface="+mn-cs"/>
              </a:defRPr>
            </a:lvl1pPr>
          </a:lstStyle>
          <a:p>
            <a:r>
              <a:rPr lang="en-US"/>
              <a:t>Click icon to add picture</a:t>
            </a:r>
          </a:p>
        </p:txBody>
      </p:sp>
      <p:sp>
        <p:nvSpPr>
          <p:cNvPr id="11" name="Navigator">
            <a:extLst>
              <a:ext uri="{FF2B5EF4-FFF2-40B4-BE49-F238E27FC236}">
                <a16:creationId xmlns:a16="http://schemas.microsoft.com/office/drawing/2014/main" id="{E6233B72-C44C-4011-BBF2-EE3EED3506FE}"/>
              </a:ext>
            </a:extLst>
          </p:cNvPr>
          <p:cNvSpPr>
            <a:spLocks noGrp="1"/>
          </p:cNvSpPr>
          <p:nvPr>
            <p:ph type="body" sz="quarter" idx="19" hasCustomPrompt="1"/>
          </p:nvPr>
        </p:nvSpPr>
        <p:spPr>
          <a:xfrm>
            <a:off x="431800" y="105667"/>
            <a:ext cx="6178550" cy="184666"/>
          </a:xfrm>
        </p:spPr>
        <p:txBody>
          <a:bodyPr vert="horz" wrap="square" lIns="0" tIns="0" rIns="0" bIns="0" rtlCol="0" anchor="t">
            <a:noAutofit/>
          </a:bodyPr>
          <a:lstStyle>
            <a:lvl1pPr>
              <a:defRPr lang="en-US" dirty="0">
                <a:solidFill>
                  <a:schemeClr val="tx1"/>
                </a:solidFill>
                <a:latin typeface="+mn-lt"/>
                <a:ea typeface="+mn-ea"/>
                <a:cs typeface="+mn-cs"/>
              </a:defRPr>
            </a:lvl1pPr>
          </a:lstStyle>
          <a:p>
            <a:pPr marR="0" lvl="0" fontAlgn="auto">
              <a:spcBef>
                <a:spcPts val="0"/>
              </a:spcBef>
              <a:spcAft>
                <a:spcPts val="0"/>
              </a:spcAft>
              <a:buClrTx/>
              <a:buSzTx/>
              <a:tabLst/>
            </a:pPr>
            <a:r>
              <a:rPr lang="en-US" dirty="0"/>
              <a:t>Click to edit navigator</a:t>
            </a:r>
          </a:p>
        </p:txBody>
      </p:sp>
      <p:sp>
        <p:nvSpPr>
          <p:cNvPr id="4" name="Title"/>
          <p:cNvSpPr>
            <a:spLocks noGrp="1"/>
          </p:cNvSpPr>
          <p:nvPr>
            <p:ph type="title" hasCustomPrompt="1"/>
          </p:nvPr>
        </p:nvSpPr>
        <p:spPr>
          <a:xfrm>
            <a:off x="431800" y="750777"/>
            <a:ext cx="12572377" cy="307777"/>
          </a:xfrm>
          <a:prstGeom prst="rect">
            <a:avLst/>
          </a:prstGeom>
        </p:spPr>
        <p:txBody>
          <a:bodyPr vert="horz" lIns="0" tIns="0" rIns="0" bIns="0" rtlCol="0" anchor="b" anchorCtr="0">
            <a:spAutoFit/>
          </a:bodyPr>
          <a:lstStyle>
            <a:lvl1pPr>
              <a:defRPr lang="de-DE"/>
            </a:lvl1pPr>
          </a:lstStyle>
          <a:p>
            <a:pPr lvl="0"/>
            <a:r>
              <a:rPr lang="en-US" dirty="0"/>
              <a:t>Click to edit title</a:t>
            </a:r>
            <a:endParaRPr lang="de-DE" dirty="0"/>
          </a:p>
        </p:txBody>
      </p:sp>
      <p:sp>
        <p:nvSpPr>
          <p:cNvPr id="2" name="Footer"/>
          <p:cNvSpPr>
            <a:spLocks noGrp="1"/>
          </p:cNvSpPr>
          <p:nvPr>
            <p:ph type="ftr" sz="quarter" idx="17"/>
          </p:nvPr>
        </p:nvSpPr>
        <p:spPr>
          <a:xfrm>
            <a:off x="1210340" y="7307632"/>
            <a:ext cx="10411747" cy="107722"/>
          </a:xfrm>
        </p:spPr>
        <p:txBody>
          <a:bodyPr vert="horz" wrap="square" lIns="0" tIns="0" rIns="0" bIns="0" rtlCol="0" anchor="t" anchorCtr="0">
            <a:spAutoFit/>
          </a:bodyPr>
          <a:lstStyle>
            <a:lvl1pPr>
              <a:defRPr lang="en-US" sz="700" smtClean="0">
                <a:latin typeface="+mn-lt"/>
                <a:ea typeface="+mn-ea"/>
                <a:cs typeface="+mn-cs"/>
              </a:defRPr>
            </a:lvl1pPr>
          </a:lstStyle>
          <a:p>
            <a:pPr defTabSz="888980"/>
            <a:endParaRPr lang="de-DE" dirty="0"/>
          </a:p>
        </p:txBody>
      </p:sp>
      <p:sp>
        <p:nvSpPr>
          <p:cNvPr id="8" name="Source"/>
          <p:cNvSpPr>
            <a:spLocks noGrp="1"/>
          </p:cNvSpPr>
          <p:nvPr>
            <p:ph type="body" sz="quarter" idx="14" hasCustomPrompt="1"/>
          </p:nvPr>
        </p:nvSpPr>
        <p:spPr>
          <a:xfrm>
            <a:off x="431800" y="7124564"/>
            <a:ext cx="11190288" cy="107722"/>
          </a:xfrm>
          <a:prstGeom prst="rect">
            <a:avLst/>
          </a:prstGeom>
        </p:spPr>
        <p:txBody>
          <a:bodyPr wrap="square" lIns="0" tIns="0" rIns="0" bIns="0" anchor="b" anchorCtr="0">
            <a:spAutoFit/>
          </a:bodyPr>
          <a:lstStyle>
            <a:lvl1pPr marL="0" indent="0">
              <a:lnSpc>
                <a:spcPct val="100000"/>
              </a:lnSpc>
              <a:spcBef>
                <a:spcPts val="0"/>
              </a:spcBef>
              <a:buFont typeface="Wingdings" panose="05000000000000000000" pitchFamily="2" charset="2"/>
              <a:buNone/>
              <a:defRPr sz="700">
                <a:solidFill>
                  <a:schemeClr val="tx1"/>
                </a:solidFill>
                <a:latin typeface="+mn-lt"/>
                <a:ea typeface="+mn-ea"/>
                <a:cs typeface="+mn-cs"/>
              </a:defRPr>
            </a:lvl1pPr>
            <a:lvl2pPr marL="288000" indent="-144000">
              <a:lnSpc>
                <a:spcPct val="100000"/>
              </a:lnSpc>
              <a:spcBef>
                <a:spcPts val="0"/>
              </a:spcBef>
              <a:defRPr sz="800"/>
            </a:lvl2pPr>
            <a:lvl3pPr marL="432000" indent="-144000">
              <a:lnSpc>
                <a:spcPct val="100000"/>
              </a:lnSpc>
              <a:spcBef>
                <a:spcPts val="0"/>
              </a:spcBef>
              <a:defRPr sz="800"/>
            </a:lvl3pPr>
            <a:lvl4pPr marL="576000" indent="-144000">
              <a:lnSpc>
                <a:spcPct val="100000"/>
              </a:lnSpc>
              <a:spcBef>
                <a:spcPts val="0"/>
              </a:spcBef>
              <a:defRPr sz="800"/>
            </a:lvl4pPr>
            <a:lvl5pPr marL="720000" indent="-144000">
              <a:lnSpc>
                <a:spcPct val="100000"/>
              </a:lnSpc>
              <a:spcBef>
                <a:spcPts val="0"/>
              </a:spcBef>
              <a:defRPr sz="800"/>
            </a:lvl5pPr>
            <a:lvl6pPr marL="864000" indent="-144000">
              <a:lnSpc>
                <a:spcPct val="100000"/>
              </a:lnSpc>
              <a:spcBef>
                <a:spcPts val="0"/>
              </a:spcBef>
              <a:defRPr sz="800"/>
            </a:lvl6pPr>
            <a:lvl7pPr marL="1008000" indent="-144000">
              <a:lnSpc>
                <a:spcPct val="100000"/>
              </a:lnSpc>
              <a:spcBef>
                <a:spcPts val="0"/>
              </a:spcBef>
              <a:defRPr sz="800"/>
            </a:lvl7pPr>
            <a:lvl8pPr marL="1152000" indent="-144000">
              <a:lnSpc>
                <a:spcPct val="100000"/>
              </a:lnSpc>
              <a:spcBef>
                <a:spcPts val="0"/>
              </a:spcBef>
              <a:defRPr sz="800"/>
            </a:lvl8pPr>
            <a:lvl9pPr marL="1152000" indent="0">
              <a:lnSpc>
                <a:spcPct val="100000"/>
              </a:lnSpc>
              <a:spcBef>
                <a:spcPts val="0"/>
              </a:spcBef>
              <a:buNone/>
              <a:defRPr sz="800"/>
            </a:lvl9pPr>
          </a:lstStyle>
          <a:p>
            <a:pPr lvl="0"/>
            <a:r>
              <a:rPr lang="en-US" dirty="0"/>
              <a:t>Click to edit notes | source</a:t>
            </a:r>
          </a:p>
        </p:txBody>
      </p:sp>
      <p:sp>
        <p:nvSpPr>
          <p:cNvPr id="5" name="Slide Number">
            <a:extLst>
              <a:ext uri="{FF2B5EF4-FFF2-40B4-BE49-F238E27FC236}">
                <a16:creationId xmlns:a16="http://schemas.microsoft.com/office/drawing/2014/main" id="{3DF9B06B-EC1B-1F15-B552-9BD8216606FB}"/>
              </a:ext>
            </a:extLst>
          </p:cNvPr>
          <p:cNvSpPr>
            <a:spLocks noGrp="1"/>
          </p:cNvSpPr>
          <p:nvPr>
            <p:ph type="sldNum" sz="quarter" idx="4"/>
          </p:nvPr>
        </p:nvSpPr>
        <p:spPr>
          <a:xfrm>
            <a:off x="130079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pic>
        <p:nvPicPr>
          <p:cNvPr id="3" name="ShortLOGO">
            <a:extLst>
              <a:ext uri="{FF2B5EF4-FFF2-40B4-BE49-F238E27FC236}">
                <a16:creationId xmlns:a16="http://schemas.microsoft.com/office/drawing/2014/main" id="{A8693F7A-E5D2-B6D4-1BE5-D1F916FD4B4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2287237" y="7154864"/>
            <a:ext cx="720738" cy="256102"/>
          </a:xfrm>
          <a:prstGeom prst="rect">
            <a:avLst/>
          </a:prstGeom>
        </p:spPr>
      </p:pic>
    </p:spTree>
    <p:extLst>
      <p:ext uri="{BB962C8B-B14F-4D97-AF65-F5344CB8AC3E}">
        <p14:creationId xmlns:p14="http://schemas.microsoft.com/office/powerpoint/2010/main" val="38635371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vertical - Dark">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C3DEF57-294B-4D2E-A93B-097F663E76D3}"/>
              </a:ext>
              <a:ext uri="{C183D7F6-B498-43B3-948B-1728B52AA6E4}">
                <adec:decorative xmlns:adec="http://schemas.microsoft.com/office/drawing/2017/decorative" val="1"/>
              </a:ext>
            </a:extLst>
          </p:cNvPr>
          <p:cNvSpPr>
            <a:spLocks noGrp="1"/>
          </p:cNvSpPr>
          <p:nvPr>
            <p:ph type="pic" sz="quarter" idx="10"/>
          </p:nvPr>
        </p:nvSpPr>
        <p:spPr>
          <a:xfrm>
            <a:off x="0" y="1"/>
            <a:ext cx="8153213" cy="7559676"/>
          </a:xfrm>
        </p:spPr>
        <p:txBody>
          <a:bodyPr/>
          <a:lstStyle>
            <a:lvl1pPr>
              <a:defRPr>
                <a:latin typeface="+mn-lt"/>
                <a:ea typeface="+mn-ea"/>
                <a:cs typeface="+mn-cs"/>
              </a:defRPr>
            </a:lvl1pPr>
          </a:lstStyle>
          <a:p>
            <a:r>
              <a:rPr lang="en-US"/>
              <a:t>Click icon to add picture</a:t>
            </a:r>
          </a:p>
        </p:txBody>
      </p:sp>
      <p:sp>
        <p:nvSpPr>
          <p:cNvPr id="16" name="Rectangle 15">
            <a:extLst>
              <a:ext uri="{FF2B5EF4-FFF2-40B4-BE49-F238E27FC236}">
                <a16:creationId xmlns:a16="http://schemas.microsoft.com/office/drawing/2014/main" id="{CE49E238-BCC4-46C1-AE0F-F39C137BEDA0}"/>
              </a:ext>
              <a:ext uri="{C183D7F6-B498-43B3-948B-1728B52AA6E4}">
                <adec:decorative xmlns:adec="http://schemas.microsoft.com/office/drawing/2017/decorative" val="1"/>
              </a:ext>
            </a:extLst>
          </p:cNvPr>
          <p:cNvSpPr/>
          <p:nvPr userDrawn="1"/>
        </p:nvSpPr>
        <p:spPr>
          <a:xfrm rot="16200000">
            <a:off x="7045456" y="1165350"/>
            <a:ext cx="7559677" cy="5228961"/>
          </a:xfrm>
          <a:prstGeom prst="rect">
            <a:avLst/>
          </a:prstGeom>
          <a:solidFill>
            <a:srgbClr val="323F4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pic>
        <p:nvPicPr>
          <p:cNvPr id="4" name="LOGO">
            <a:extLst>
              <a:ext uri="{FF2B5EF4-FFF2-40B4-BE49-F238E27FC236}">
                <a16:creationId xmlns:a16="http://schemas.microsoft.com/office/drawing/2014/main" id="{4ECECFB9-E464-BEE2-0788-A43D3AA86C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755630" y="257303"/>
            <a:ext cx="2577664" cy="1619099"/>
          </a:xfrm>
          <a:prstGeom prst="rect">
            <a:avLst/>
          </a:prstGeom>
        </p:spPr>
      </p:pic>
      <p:sp>
        <p:nvSpPr>
          <p:cNvPr id="18" name="www.simon-kucher.com">
            <a:extLst>
              <a:ext uri="{FF2B5EF4-FFF2-40B4-BE49-F238E27FC236}">
                <a16:creationId xmlns:a16="http://schemas.microsoft.com/office/drawing/2014/main" id="{E44DEC07-9243-8AB6-BB53-D05BF867026E}"/>
              </a:ext>
            </a:extLst>
          </p:cNvPr>
          <p:cNvSpPr txBox="1">
            <a:spLocks/>
          </p:cNvSpPr>
          <p:nvPr userDrawn="1"/>
        </p:nvSpPr>
        <p:spPr>
          <a:xfrm>
            <a:off x="10355729" y="6763012"/>
            <a:ext cx="2686633" cy="276999"/>
          </a:xfrm>
          <a:prstGeom prst="rect">
            <a:avLst/>
          </a:prstGeom>
          <a:noFill/>
        </p:spPr>
        <p:txBody>
          <a:bodyPr wrap="square" lIns="0" tIns="0" rIns="0" bIns="0" rtlCol="0" anchor="b">
            <a:spAutoFit/>
          </a:bodyPr>
          <a:lstStyle/>
          <a:p>
            <a:pPr defTabSz="888980">
              <a:spcBef>
                <a:spcPts val="0"/>
              </a:spcBef>
              <a:buFontTx/>
            </a:pPr>
            <a:r>
              <a:rPr lang="en-IE" sz="1800" spc="60" baseline="0">
                <a:solidFill>
                  <a:schemeClr val="bg1"/>
                </a:solidFill>
                <a:latin typeface="+mn-lt"/>
                <a:ea typeface="+mn-ea"/>
                <a:cs typeface="+mn-cs"/>
              </a:rPr>
              <a:t>www.simon-kucher.com</a:t>
            </a:r>
          </a:p>
        </p:txBody>
      </p:sp>
      <p:sp>
        <p:nvSpPr>
          <p:cNvPr id="2" name="Rectangle 1">
            <a:extLst>
              <a:ext uri="{FF2B5EF4-FFF2-40B4-BE49-F238E27FC236}">
                <a16:creationId xmlns:a16="http://schemas.microsoft.com/office/drawing/2014/main" id="{8F553ADC-DA68-2BA6-CF6A-86FD21692D31}"/>
              </a:ext>
              <a:ext uri="{C183D7F6-B498-43B3-948B-1728B52AA6E4}">
                <adec:decorative xmlns:adec="http://schemas.microsoft.com/office/drawing/2017/decorative" val="1"/>
              </a:ext>
            </a:extLst>
          </p:cNvPr>
          <p:cNvSpPr/>
          <p:nvPr userDrawn="1"/>
        </p:nvSpPr>
        <p:spPr>
          <a:xfrm rot="16200000">
            <a:off x="4402175" y="3751037"/>
            <a:ext cx="7559677"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spTree>
    <p:extLst>
      <p:ext uri="{BB962C8B-B14F-4D97-AF65-F5344CB8AC3E}">
        <p14:creationId xmlns:p14="http://schemas.microsoft.com/office/powerpoint/2010/main" val="37374253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 vertical - White">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CFF0CD0-764A-EA17-A4CD-76AA153287D7}"/>
              </a:ext>
              <a:ext uri="{C183D7F6-B498-43B3-948B-1728B52AA6E4}">
                <adec:decorative xmlns:adec="http://schemas.microsoft.com/office/drawing/2017/decorative" val="1"/>
              </a:ext>
            </a:extLst>
          </p:cNvPr>
          <p:cNvSpPr>
            <a:spLocks noGrp="1"/>
          </p:cNvSpPr>
          <p:nvPr>
            <p:ph type="pic" sz="quarter" idx="10"/>
          </p:nvPr>
        </p:nvSpPr>
        <p:spPr>
          <a:xfrm>
            <a:off x="1" y="1"/>
            <a:ext cx="8151362" cy="7559676"/>
          </a:xfrm>
        </p:spPr>
        <p:txBody>
          <a:bodyPr/>
          <a:lstStyle>
            <a:lvl1pPr>
              <a:defRPr>
                <a:latin typeface="+mn-lt"/>
                <a:ea typeface="+mn-ea"/>
                <a:cs typeface="+mn-cs"/>
              </a:defRPr>
            </a:lvl1pPr>
          </a:lstStyle>
          <a:p>
            <a:r>
              <a:rPr lang="en-US"/>
              <a:t>Click icon to add picture</a:t>
            </a:r>
          </a:p>
        </p:txBody>
      </p:sp>
      <p:pic>
        <p:nvPicPr>
          <p:cNvPr id="7" name="LOGO">
            <a:extLst>
              <a:ext uri="{FF2B5EF4-FFF2-40B4-BE49-F238E27FC236}">
                <a16:creationId xmlns:a16="http://schemas.microsoft.com/office/drawing/2014/main" id="{AA54498B-47EB-599D-506C-9ED838A3C34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755630" y="257303"/>
            <a:ext cx="2577664" cy="1619099"/>
          </a:xfrm>
          <a:prstGeom prst="rect">
            <a:avLst/>
          </a:prstGeom>
        </p:spPr>
      </p:pic>
      <p:sp>
        <p:nvSpPr>
          <p:cNvPr id="17" name="www.simon-kucher.com">
            <a:extLst>
              <a:ext uri="{FF2B5EF4-FFF2-40B4-BE49-F238E27FC236}">
                <a16:creationId xmlns:a16="http://schemas.microsoft.com/office/drawing/2014/main" id="{E3C6F79C-B520-3E9A-8ACE-A6C848234200}"/>
              </a:ext>
            </a:extLst>
          </p:cNvPr>
          <p:cNvSpPr txBox="1">
            <a:spLocks/>
          </p:cNvSpPr>
          <p:nvPr userDrawn="1"/>
        </p:nvSpPr>
        <p:spPr>
          <a:xfrm>
            <a:off x="10355729" y="6763012"/>
            <a:ext cx="2686633" cy="276999"/>
          </a:xfrm>
          <a:prstGeom prst="rect">
            <a:avLst/>
          </a:prstGeom>
          <a:noFill/>
        </p:spPr>
        <p:txBody>
          <a:bodyPr wrap="square" lIns="0" tIns="0" rIns="0" bIns="0" rtlCol="0" anchor="b">
            <a:spAutoFit/>
          </a:bodyPr>
          <a:lstStyle/>
          <a:p>
            <a:pPr algn="r" defTabSz="888980">
              <a:spcBef>
                <a:spcPts val="0"/>
              </a:spcBef>
              <a:buFontTx/>
            </a:pPr>
            <a:r>
              <a:rPr lang="en-IE" sz="1800" spc="60" baseline="0">
                <a:solidFill>
                  <a:schemeClr val="tx1"/>
                </a:solidFill>
                <a:latin typeface="+mn-lt"/>
                <a:ea typeface="+mn-ea"/>
                <a:cs typeface="+mn-cs"/>
              </a:rPr>
              <a:t>www.simon-kucher.com</a:t>
            </a:r>
          </a:p>
        </p:txBody>
      </p:sp>
      <p:sp>
        <p:nvSpPr>
          <p:cNvPr id="4" name="Rectangle 3">
            <a:extLst>
              <a:ext uri="{FF2B5EF4-FFF2-40B4-BE49-F238E27FC236}">
                <a16:creationId xmlns:a16="http://schemas.microsoft.com/office/drawing/2014/main" id="{769D8C27-F4BC-AC57-10EB-4FC82C1BE6E0}"/>
              </a:ext>
              <a:ext uri="{C183D7F6-B498-43B3-948B-1728B52AA6E4}">
                <adec:decorative xmlns:adec="http://schemas.microsoft.com/office/drawing/2017/decorative" val="1"/>
              </a:ext>
            </a:extLst>
          </p:cNvPr>
          <p:cNvSpPr/>
          <p:nvPr userDrawn="1"/>
        </p:nvSpPr>
        <p:spPr>
          <a:xfrm rot="16200000">
            <a:off x="4400324" y="3751037"/>
            <a:ext cx="7559677"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b="1" err="1">
              <a:solidFill>
                <a:schemeClr val="tx1"/>
              </a:solidFill>
              <a:latin typeface="+mn-lt"/>
              <a:ea typeface="+mn-ea"/>
              <a:cs typeface="+mn-cs"/>
            </a:endParaRPr>
          </a:p>
        </p:txBody>
      </p:sp>
    </p:spTree>
    <p:extLst>
      <p:ext uri="{BB962C8B-B14F-4D97-AF65-F5344CB8AC3E}">
        <p14:creationId xmlns:p14="http://schemas.microsoft.com/office/powerpoint/2010/main" val="4877942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 Dark foot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1F5BFC-58B6-403A-945C-9C0CDBF125AB}"/>
              </a:ext>
              <a:ext uri="{C183D7F6-B498-43B3-948B-1728B52AA6E4}">
                <adec:decorative xmlns:adec="http://schemas.microsoft.com/office/drawing/2017/decorative" val="1"/>
              </a:ext>
            </a:extLst>
          </p:cNvPr>
          <p:cNvSpPr>
            <a:spLocks noGrp="1"/>
          </p:cNvSpPr>
          <p:nvPr>
            <p:ph type="pic" sz="quarter" idx="10"/>
          </p:nvPr>
        </p:nvSpPr>
        <p:spPr>
          <a:xfrm>
            <a:off x="0" y="0"/>
            <a:ext cx="13439775" cy="4795992"/>
          </a:xfrm>
        </p:spPr>
        <p:txBody>
          <a:bodyPr/>
          <a:lstStyle>
            <a:lvl1pPr>
              <a:defRPr>
                <a:latin typeface="+mn-lt"/>
                <a:ea typeface="+mn-ea"/>
                <a:cs typeface="+mn-cs"/>
              </a:defRPr>
            </a:lvl1pPr>
          </a:lstStyle>
          <a:p>
            <a:r>
              <a:rPr lang="en-US"/>
              <a:t>Click icon to add picture</a:t>
            </a:r>
          </a:p>
        </p:txBody>
      </p:sp>
      <p:sp>
        <p:nvSpPr>
          <p:cNvPr id="6" name="Rectangle 5">
            <a:extLst>
              <a:ext uri="{FF2B5EF4-FFF2-40B4-BE49-F238E27FC236}">
                <a16:creationId xmlns:a16="http://schemas.microsoft.com/office/drawing/2014/main" id="{0780BEF3-3CF9-4CA6-4678-DC87D67F398E}"/>
              </a:ext>
              <a:ext uri="{C183D7F6-B498-43B3-948B-1728B52AA6E4}">
                <adec:decorative xmlns:adec="http://schemas.microsoft.com/office/drawing/2017/decorative" val="1"/>
              </a:ext>
            </a:extLst>
          </p:cNvPr>
          <p:cNvSpPr/>
          <p:nvPr userDrawn="1"/>
        </p:nvSpPr>
        <p:spPr>
          <a:xfrm>
            <a:off x="0" y="3175"/>
            <a:ext cx="13439775" cy="2636115"/>
          </a:xfrm>
          <a:prstGeom prst="rect">
            <a:avLst/>
          </a:prstGeom>
          <a:gradFill flip="none" rotWithShape="1">
            <a:gsLst>
              <a:gs pos="0">
                <a:srgbClr val="141A1E">
                  <a:alpha val="0"/>
                </a:srgbClr>
              </a:gs>
              <a:gs pos="50000">
                <a:srgbClr val="141A1E">
                  <a:alpha val="40000"/>
                </a:srgbClr>
              </a:gs>
              <a:gs pos="100000">
                <a:srgbClr val="141A1E">
                  <a:alpha val="80000"/>
                </a:srgbClr>
              </a:gs>
            </a:gsLst>
            <a:lin ang="16200000" scaled="1"/>
            <a:tileRect/>
          </a:gradFill>
        </p:spPr>
        <p:txBody>
          <a:bodyPr vert="horz" wrap="square" lIns="432000" tIns="360000" rIns="432000" bIns="72000" rtlCol="0" anchor="t" anchorCtr="0">
            <a:noAutofit/>
          </a:bodyPr>
          <a:lstStyle/>
          <a:p>
            <a:pPr defTabSz="920541">
              <a:spcBef>
                <a:spcPts val="548"/>
              </a:spcBef>
            </a:pPr>
            <a:endParaRPr lang="en-US" sz="1400" err="1">
              <a:solidFill>
                <a:schemeClr val="bg1"/>
              </a:solidFill>
            </a:endParaRPr>
          </a:p>
        </p:txBody>
      </p:sp>
      <p:grpSp>
        <p:nvGrpSpPr>
          <p:cNvPr id="3" name="Group 2">
            <a:extLst>
              <a:ext uri="{FF2B5EF4-FFF2-40B4-BE49-F238E27FC236}">
                <a16:creationId xmlns:a16="http://schemas.microsoft.com/office/drawing/2014/main" id="{5A922A63-42A0-4FEC-A503-44B78F17B6BC}"/>
              </a:ext>
              <a:ext uri="{C183D7F6-B498-43B3-948B-1728B52AA6E4}">
                <adec:decorative xmlns:adec="http://schemas.microsoft.com/office/drawing/2017/decorative" val="1"/>
              </a:ext>
            </a:extLst>
          </p:cNvPr>
          <p:cNvGrpSpPr/>
          <p:nvPr userDrawn="1"/>
        </p:nvGrpSpPr>
        <p:grpSpPr>
          <a:xfrm>
            <a:off x="0" y="4795992"/>
            <a:ext cx="13439775" cy="2763683"/>
            <a:chOff x="0" y="4795992"/>
            <a:chExt cx="13439775" cy="2763683"/>
          </a:xfrm>
        </p:grpSpPr>
        <p:sp>
          <p:nvSpPr>
            <p:cNvPr id="14" name="Rectangle 13">
              <a:extLst>
                <a:ext uri="{FF2B5EF4-FFF2-40B4-BE49-F238E27FC236}">
                  <a16:creationId xmlns:a16="http://schemas.microsoft.com/office/drawing/2014/main" id="{A38F656D-AD22-42D5-9A2C-865A73F7FE9B}"/>
                </a:ext>
              </a:extLst>
            </p:cNvPr>
            <p:cNvSpPr/>
            <p:nvPr userDrawn="1"/>
          </p:nvSpPr>
          <p:spPr>
            <a:xfrm>
              <a:off x="0" y="4853592"/>
              <a:ext cx="13439775" cy="2706083"/>
            </a:xfrm>
            <a:prstGeom prst="rect">
              <a:avLst/>
            </a:prstGeom>
            <a:solidFill>
              <a:srgbClr val="323F48"/>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15" name="Rectangle 14">
              <a:extLst>
                <a:ext uri="{FF2B5EF4-FFF2-40B4-BE49-F238E27FC236}">
                  <a16:creationId xmlns:a16="http://schemas.microsoft.com/office/drawing/2014/main" id="{C64BBD79-DE2D-4D2B-9168-F4E5D614F68F}"/>
                </a:ext>
              </a:extLst>
            </p:cNvPr>
            <p:cNvSpPr/>
            <p:nvPr userDrawn="1"/>
          </p:nvSpPr>
          <p:spPr>
            <a:xfrm>
              <a:off x="0" y="4795992"/>
              <a:ext cx="13439775"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grpSp>
      <p:pic>
        <p:nvPicPr>
          <p:cNvPr id="4" name="LOGO">
            <a:extLst>
              <a:ext uri="{FF2B5EF4-FFF2-40B4-BE49-F238E27FC236}">
                <a16:creationId xmlns:a16="http://schemas.microsoft.com/office/drawing/2014/main" id="{84A03ACA-F2E8-8898-5B33-90B1A634A4DB}"/>
              </a:ext>
              <a:ext uri="{C183D7F6-B498-43B3-948B-1728B52AA6E4}">
                <adec:decorative xmlns:adec="http://schemas.microsoft.com/office/drawing/2017/decorative" val="1"/>
              </a:ext>
            </a:extLst>
          </p:cNvPr>
          <p:cNvPicPr/>
          <p:nvPr userDrawn="1"/>
        </p:nvPicPr>
        <p:blipFill>
          <a:blip r:embed="rId2"/>
          <a:stretch>
            <a:fillRect/>
          </a:stretch>
        </p:blipFill>
        <p:spPr>
          <a:xfrm>
            <a:off x="10755630" y="257354"/>
            <a:ext cx="2577664" cy="1619100"/>
          </a:xfrm>
          <a:prstGeom prst="rect">
            <a:avLst/>
          </a:prstGeom>
        </p:spPr>
      </p:pic>
      <p:sp>
        <p:nvSpPr>
          <p:cNvPr id="2" name="www.simon-kucher.com">
            <a:extLst>
              <a:ext uri="{FF2B5EF4-FFF2-40B4-BE49-F238E27FC236}">
                <a16:creationId xmlns:a16="http://schemas.microsoft.com/office/drawing/2014/main" id="{5AC52DB0-B887-9647-5362-B8EFE8078195}"/>
              </a:ext>
            </a:extLst>
          </p:cNvPr>
          <p:cNvSpPr txBox="1">
            <a:spLocks/>
          </p:cNvSpPr>
          <p:nvPr userDrawn="1"/>
        </p:nvSpPr>
        <p:spPr>
          <a:xfrm>
            <a:off x="431800" y="6763012"/>
            <a:ext cx="2686633" cy="276999"/>
          </a:xfrm>
          <a:prstGeom prst="rect">
            <a:avLst/>
          </a:prstGeom>
          <a:noFill/>
        </p:spPr>
        <p:txBody>
          <a:bodyPr wrap="square" lIns="0" tIns="0" rIns="0" bIns="0" rtlCol="0" anchor="b">
            <a:spAutoFit/>
          </a:bodyPr>
          <a:lstStyle/>
          <a:p>
            <a:pPr defTabSz="888980">
              <a:spcBef>
                <a:spcPts val="0"/>
              </a:spcBef>
              <a:buFontTx/>
            </a:pPr>
            <a:r>
              <a:rPr lang="en-IE" sz="1800" spc="60" baseline="0" dirty="0">
                <a:solidFill>
                  <a:schemeClr val="bg1"/>
                </a:solidFill>
                <a:latin typeface="+mn-lt"/>
                <a:ea typeface="+mn-ea"/>
                <a:cs typeface="+mn-cs"/>
              </a:rPr>
              <a:t>www.simon-kucher.com</a:t>
            </a:r>
          </a:p>
        </p:txBody>
      </p:sp>
    </p:spTree>
    <p:extLst>
      <p:ext uri="{BB962C8B-B14F-4D97-AF65-F5344CB8AC3E}">
        <p14:creationId xmlns:p14="http://schemas.microsoft.com/office/powerpoint/2010/main" val="228424401"/>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d - White foot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724950-F3E3-4A45-939F-37EA4E7AA97C}"/>
              </a:ext>
              <a:ext uri="{C183D7F6-B498-43B3-948B-1728B52AA6E4}">
                <adec:decorative xmlns:adec="http://schemas.microsoft.com/office/drawing/2017/decorative" val="1"/>
              </a:ext>
            </a:extLst>
          </p:cNvPr>
          <p:cNvSpPr>
            <a:spLocks noGrp="1"/>
          </p:cNvSpPr>
          <p:nvPr>
            <p:ph type="pic" sz="quarter" idx="10"/>
          </p:nvPr>
        </p:nvSpPr>
        <p:spPr>
          <a:xfrm>
            <a:off x="0" y="0"/>
            <a:ext cx="13439775" cy="4795992"/>
          </a:xfrm>
        </p:spPr>
        <p:txBody>
          <a:bodyPr/>
          <a:lstStyle>
            <a:lvl1pPr>
              <a:defRPr>
                <a:latin typeface="+mn-lt"/>
                <a:ea typeface="+mn-ea"/>
                <a:cs typeface="+mn-cs"/>
              </a:defRPr>
            </a:lvl1pPr>
          </a:lstStyle>
          <a:p>
            <a:r>
              <a:rPr lang="en-US"/>
              <a:t>Click icon to add picture</a:t>
            </a:r>
          </a:p>
        </p:txBody>
      </p:sp>
      <p:sp>
        <p:nvSpPr>
          <p:cNvPr id="6" name="Rectangle 5">
            <a:extLst>
              <a:ext uri="{FF2B5EF4-FFF2-40B4-BE49-F238E27FC236}">
                <a16:creationId xmlns:a16="http://schemas.microsoft.com/office/drawing/2014/main" id="{A13F0FFD-1AB6-4F9C-BB4F-00E3D921FC46}"/>
              </a:ext>
              <a:ext uri="{C183D7F6-B498-43B3-948B-1728B52AA6E4}">
                <adec:decorative xmlns:adec="http://schemas.microsoft.com/office/drawing/2017/decorative" val="1"/>
              </a:ext>
            </a:extLst>
          </p:cNvPr>
          <p:cNvSpPr/>
          <p:nvPr userDrawn="1"/>
        </p:nvSpPr>
        <p:spPr>
          <a:xfrm>
            <a:off x="0" y="3175"/>
            <a:ext cx="13439775" cy="2636115"/>
          </a:xfrm>
          <a:prstGeom prst="rect">
            <a:avLst/>
          </a:prstGeom>
          <a:gradFill flip="none" rotWithShape="1">
            <a:gsLst>
              <a:gs pos="0">
                <a:srgbClr val="141A1E">
                  <a:alpha val="0"/>
                </a:srgbClr>
              </a:gs>
              <a:gs pos="50000">
                <a:srgbClr val="141A1E">
                  <a:alpha val="40000"/>
                </a:srgbClr>
              </a:gs>
              <a:gs pos="100000">
                <a:srgbClr val="141A1E">
                  <a:alpha val="80000"/>
                </a:srgbClr>
              </a:gs>
            </a:gsLst>
            <a:lin ang="16200000" scaled="1"/>
            <a:tileRect/>
          </a:gradFill>
        </p:spPr>
        <p:txBody>
          <a:bodyPr vert="horz" wrap="square" lIns="432000" tIns="360000" rIns="432000" bIns="72000" rtlCol="0" anchor="t" anchorCtr="0">
            <a:noAutofit/>
          </a:bodyPr>
          <a:lstStyle/>
          <a:p>
            <a:pPr defTabSz="920541">
              <a:spcBef>
                <a:spcPts val="548"/>
              </a:spcBef>
            </a:pPr>
            <a:endParaRPr lang="en-US" sz="1400" err="1">
              <a:solidFill>
                <a:schemeClr val="bg1"/>
              </a:solidFill>
            </a:endParaRPr>
          </a:p>
        </p:txBody>
      </p:sp>
      <p:grpSp>
        <p:nvGrpSpPr>
          <p:cNvPr id="3" name="Group 2">
            <a:extLst>
              <a:ext uri="{FF2B5EF4-FFF2-40B4-BE49-F238E27FC236}">
                <a16:creationId xmlns:a16="http://schemas.microsoft.com/office/drawing/2014/main" id="{5474C40E-B5BD-491F-B25E-1A255B5A6E24}"/>
              </a:ext>
              <a:ext uri="{C183D7F6-B498-43B3-948B-1728B52AA6E4}">
                <adec:decorative xmlns:adec="http://schemas.microsoft.com/office/drawing/2017/decorative" val="1"/>
              </a:ext>
            </a:extLst>
          </p:cNvPr>
          <p:cNvGrpSpPr/>
          <p:nvPr userDrawn="1"/>
        </p:nvGrpSpPr>
        <p:grpSpPr>
          <a:xfrm>
            <a:off x="0" y="4795992"/>
            <a:ext cx="13439775" cy="2763683"/>
            <a:chOff x="0" y="4795992"/>
            <a:chExt cx="13439775" cy="2763683"/>
          </a:xfrm>
        </p:grpSpPr>
        <p:sp>
          <p:nvSpPr>
            <p:cNvPr id="15" name="Rectangle 14">
              <a:extLst>
                <a:ext uri="{FF2B5EF4-FFF2-40B4-BE49-F238E27FC236}">
                  <a16:creationId xmlns:a16="http://schemas.microsoft.com/office/drawing/2014/main" id="{35A72A23-4D05-41F4-BD58-3A1721CAA244}"/>
                </a:ext>
              </a:extLst>
            </p:cNvPr>
            <p:cNvSpPr/>
            <p:nvPr userDrawn="1"/>
          </p:nvSpPr>
          <p:spPr>
            <a:xfrm>
              <a:off x="0" y="4853592"/>
              <a:ext cx="13439775" cy="270608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sp>
          <p:nvSpPr>
            <p:cNvPr id="17" name="Rectangle 16">
              <a:extLst>
                <a:ext uri="{FF2B5EF4-FFF2-40B4-BE49-F238E27FC236}">
                  <a16:creationId xmlns:a16="http://schemas.microsoft.com/office/drawing/2014/main" id="{D0F41365-228B-455D-8AC3-239AA6B278F6}"/>
                </a:ext>
              </a:extLst>
            </p:cNvPr>
            <p:cNvSpPr/>
            <p:nvPr userDrawn="1"/>
          </p:nvSpPr>
          <p:spPr>
            <a:xfrm>
              <a:off x="0" y="4795992"/>
              <a:ext cx="13439775" cy="57600"/>
            </a:xfrm>
            <a:prstGeom prst="rect">
              <a:avLst/>
            </a:prstGeom>
            <a:solidFill>
              <a:srgbClr val="C8004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1400" err="1">
                <a:solidFill>
                  <a:schemeClr val="tx1"/>
                </a:solidFill>
                <a:latin typeface="+mn-lt"/>
                <a:ea typeface="+mn-ea"/>
                <a:cs typeface="+mn-cs"/>
              </a:endParaRPr>
            </a:p>
          </p:txBody>
        </p:sp>
      </p:grpSp>
      <p:pic>
        <p:nvPicPr>
          <p:cNvPr id="22" name="LOGO">
            <a:extLst>
              <a:ext uri="{FF2B5EF4-FFF2-40B4-BE49-F238E27FC236}">
                <a16:creationId xmlns:a16="http://schemas.microsoft.com/office/drawing/2014/main" id="{BDE558EB-C651-45A6-AE1B-2B1ED7C49AE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755630" y="257354"/>
            <a:ext cx="2577664" cy="1619100"/>
          </a:xfrm>
          <a:prstGeom prst="rect">
            <a:avLst/>
          </a:prstGeom>
        </p:spPr>
      </p:pic>
      <p:sp>
        <p:nvSpPr>
          <p:cNvPr id="2" name="www.simon-kucher.com">
            <a:extLst>
              <a:ext uri="{FF2B5EF4-FFF2-40B4-BE49-F238E27FC236}">
                <a16:creationId xmlns:a16="http://schemas.microsoft.com/office/drawing/2014/main" id="{2D1C88BD-5111-C83B-BE8A-D0FA456FD91C}"/>
              </a:ext>
            </a:extLst>
          </p:cNvPr>
          <p:cNvSpPr txBox="1">
            <a:spLocks/>
          </p:cNvSpPr>
          <p:nvPr userDrawn="1"/>
        </p:nvSpPr>
        <p:spPr>
          <a:xfrm>
            <a:off x="431800" y="6763012"/>
            <a:ext cx="2686633" cy="276999"/>
          </a:xfrm>
          <a:prstGeom prst="rect">
            <a:avLst/>
          </a:prstGeom>
          <a:noFill/>
        </p:spPr>
        <p:txBody>
          <a:bodyPr wrap="square" lIns="0" tIns="0" rIns="0" bIns="0" rtlCol="0" anchor="b">
            <a:spAutoFit/>
          </a:bodyPr>
          <a:lstStyle/>
          <a:p>
            <a:pPr defTabSz="888980">
              <a:spcBef>
                <a:spcPts val="0"/>
              </a:spcBef>
              <a:buFontTx/>
            </a:pPr>
            <a:r>
              <a:rPr lang="en-IE" sz="1800" spc="60" baseline="0">
                <a:solidFill>
                  <a:schemeClr val="tx1"/>
                </a:solidFill>
                <a:latin typeface="+mn-lt"/>
                <a:ea typeface="+mn-ea"/>
                <a:cs typeface="+mn-cs"/>
              </a:rPr>
              <a:t>www.simon-kucher.com</a:t>
            </a:r>
          </a:p>
        </p:txBody>
      </p:sp>
    </p:spTree>
    <p:extLst>
      <p:ext uri="{BB962C8B-B14F-4D97-AF65-F5344CB8AC3E}">
        <p14:creationId xmlns:p14="http://schemas.microsoft.com/office/powerpoint/2010/main" val="38027291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cNvSpPr>
            <a:spLocks noGrp="1"/>
          </p:cNvSpPr>
          <p:nvPr>
            <p:ph type="sldNum" sz="quarter" idx="4"/>
          </p:nvPr>
        </p:nvSpPr>
        <p:spPr>
          <a:xfrm>
            <a:off x="13007775" y="7307632"/>
            <a:ext cx="432000" cy="107722"/>
          </a:xfrm>
          <a:prstGeom prst="rect">
            <a:avLst/>
          </a:prstGeom>
        </p:spPr>
        <p:txBody>
          <a:bodyPr vert="horz" lIns="0" tIns="0" rIns="0" bIns="0" rtlCol="0" anchor="t" anchorCtr="0">
            <a:noAutofit/>
          </a:bodyPr>
          <a:lstStyle>
            <a:lvl1pPr algn="ctr">
              <a:lnSpc>
                <a:spcPct val="100000"/>
              </a:lnSpc>
              <a:buFontTx/>
              <a:defRPr sz="700">
                <a:solidFill>
                  <a:schemeClr val="bg1">
                    <a:lumMod val="50000"/>
                  </a:schemeClr>
                </a:solidFill>
                <a:latin typeface="+mn-lt"/>
                <a:ea typeface="+mn-ea"/>
                <a:cs typeface="+mn-cs"/>
              </a:defRPr>
            </a:lvl1pPr>
          </a:lstStyle>
          <a:p>
            <a:pPr defTabSz="888980"/>
            <a:fld id="{3A65056A-10E9-40C8-A093-AA138EB7B919}" type="slidenum">
              <a:rPr lang="de-DE" smtClean="0"/>
              <a:pPr defTabSz="888980"/>
              <a:t>‹#›</a:t>
            </a:fld>
            <a:endParaRPr lang="de-DE"/>
          </a:p>
        </p:txBody>
      </p:sp>
      <p:sp>
        <p:nvSpPr>
          <p:cNvPr id="5" name="Footer" descr="Footer Simon-Kucher &amp; Partners Archive path" title="Footer"/>
          <p:cNvSpPr>
            <a:spLocks noGrp="1"/>
          </p:cNvSpPr>
          <p:nvPr>
            <p:ph type="ftr" sz="quarter" idx="3"/>
          </p:nvPr>
        </p:nvSpPr>
        <p:spPr>
          <a:xfrm>
            <a:off x="1210341" y="7307632"/>
            <a:ext cx="11664000" cy="107722"/>
          </a:xfrm>
          <a:prstGeom prst="rect">
            <a:avLst/>
          </a:prstGeom>
        </p:spPr>
        <p:txBody>
          <a:bodyPr vert="horz" wrap="square" lIns="0" tIns="0" rIns="0" bIns="0" rtlCol="0" anchor="t" anchorCtr="0">
            <a:spAutoFit/>
          </a:bodyPr>
          <a:lstStyle>
            <a:lvl1pPr algn="l">
              <a:lnSpc>
                <a:spcPct val="100000"/>
              </a:lnSpc>
              <a:defRPr sz="700">
                <a:solidFill>
                  <a:schemeClr val="bg1">
                    <a:lumMod val="50000"/>
                  </a:schemeClr>
                </a:solidFill>
                <a:latin typeface="+mn-lt"/>
                <a:ea typeface="+mn-ea"/>
                <a:cs typeface="+mn-cs"/>
              </a:defRPr>
            </a:lvl1pPr>
          </a:lstStyle>
          <a:p>
            <a:pPr defTabSz="888980"/>
            <a:endParaRPr lang="de-DE" dirty="0"/>
          </a:p>
        </p:txBody>
      </p:sp>
      <p:sp>
        <p:nvSpPr>
          <p:cNvPr id="4" name="Navigator"/>
          <p:cNvSpPr>
            <a:spLocks noGrp="1"/>
          </p:cNvSpPr>
          <p:nvPr>
            <p:ph type="body" idx="1"/>
          </p:nvPr>
        </p:nvSpPr>
        <p:spPr>
          <a:xfrm>
            <a:off x="431801" y="105667"/>
            <a:ext cx="6178550" cy="184666"/>
          </a:xfrm>
          <a:prstGeom prst="rect">
            <a:avLst/>
          </a:prstGeom>
        </p:spPr>
        <p:txBody>
          <a:bodyPr vert="horz" wrap="square" lIns="0" tIns="0" rIns="0" bIns="0" rtlCol="0" anchor="t">
            <a:noAutofit/>
          </a:bodyPr>
          <a:lstStyle/>
          <a:p>
            <a:pPr marL="0" marR="0" lvl="0" indent="0" algn="l" defTabSz="920541"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dirty="0"/>
              <a:t>Click to edit navigator</a:t>
            </a:r>
          </a:p>
        </p:txBody>
      </p:sp>
      <p:sp>
        <p:nvSpPr>
          <p:cNvPr id="23" name="Title Placeholder 22">
            <a:extLst>
              <a:ext uri="{FF2B5EF4-FFF2-40B4-BE49-F238E27FC236}">
                <a16:creationId xmlns:a16="http://schemas.microsoft.com/office/drawing/2014/main" id="{7235C8BC-B1E4-2E82-F81F-D0251C5A9409}"/>
              </a:ext>
            </a:extLst>
          </p:cNvPr>
          <p:cNvSpPr>
            <a:spLocks noGrp="1"/>
          </p:cNvSpPr>
          <p:nvPr>
            <p:ph type="title"/>
          </p:nvPr>
        </p:nvSpPr>
        <p:spPr>
          <a:xfrm>
            <a:off x="431800" y="750777"/>
            <a:ext cx="12576175" cy="307777"/>
          </a:xfrm>
          <a:prstGeom prst="rect">
            <a:avLst/>
          </a:prstGeom>
        </p:spPr>
        <p:txBody>
          <a:bodyPr vert="horz" wrap="square" lIns="0" tIns="0" rIns="0" bIns="0" rtlCol="0" anchor="b" anchorCtr="0">
            <a:spAutoFit/>
          </a:bodyPr>
          <a:lstStyle/>
          <a:p>
            <a:pPr lvl="0"/>
            <a:r>
              <a:rPr lang="en-US"/>
              <a:t>Click to edit Master title style</a:t>
            </a:r>
            <a:endParaRPr lang="en-US" dirty="0"/>
          </a:p>
        </p:txBody>
      </p:sp>
      <p:sp>
        <p:nvSpPr>
          <p:cNvPr id="2" name="TextBox 1">
            <a:extLst>
              <a:ext uri="{FF2B5EF4-FFF2-40B4-BE49-F238E27FC236}">
                <a16:creationId xmlns:a16="http://schemas.microsoft.com/office/drawing/2014/main" id="{58930692-3FA3-630B-E656-DD923CB8CE36}"/>
              </a:ext>
            </a:extLst>
          </p:cNvPr>
          <p:cNvSpPr txBox="1"/>
          <p:nvPr userDrawn="1"/>
        </p:nvSpPr>
        <p:spPr>
          <a:xfrm>
            <a:off x="431800" y="7307632"/>
            <a:ext cx="778542" cy="107722"/>
          </a:xfrm>
          <a:prstGeom prst="rect">
            <a:avLst/>
          </a:prstGeom>
        </p:spPr>
        <p:txBody>
          <a:bodyPr vert="horz" wrap="none" lIns="0" tIns="0" rIns="36000" bIns="0" rtlCol="0" anchor="t" anchorCtr="0">
            <a:spAutoFit/>
          </a:bodyPr>
          <a:lstStyle>
            <a:defPPr>
              <a:defRPr lang="de-DE"/>
            </a:defPPr>
            <a:lvl1pPr defTabSz="888980">
              <a:lnSpc>
                <a:spcPct val="100000"/>
              </a:lnSpc>
              <a:defRPr sz="800">
                <a:solidFill>
                  <a:schemeClr val="bg1">
                    <a:lumMod val="50000"/>
                  </a:schemeClr>
                </a:solidFill>
              </a:defRPr>
            </a:lvl1pPr>
          </a:lstStyle>
          <a:p>
            <a:pPr lvl="0"/>
            <a:r>
              <a:rPr lang="en-US" sz="700" dirty="0"/>
              <a:t>© Simon-Kucher I</a:t>
            </a:r>
          </a:p>
        </p:txBody>
      </p:sp>
    </p:spTree>
    <p:extLst>
      <p:ext uri="{BB962C8B-B14F-4D97-AF65-F5344CB8AC3E}">
        <p14:creationId xmlns:p14="http://schemas.microsoft.com/office/powerpoint/2010/main" val="386603592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79" r:id="rId3"/>
    <p:sldLayoutId id="2147483780" r:id="rId4"/>
    <p:sldLayoutId id="2147483797" r:id="rId5"/>
    <p:sldLayoutId id="2147483718" r:id="rId6"/>
    <p:sldLayoutId id="2147483804" r:id="rId7"/>
    <p:sldLayoutId id="2147483754" r:id="rId8"/>
    <p:sldLayoutId id="2147483805" r:id="rId9"/>
    <p:sldLayoutId id="2147483746" r:id="rId10"/>
    <p:sldLayoutId id="2147483803" r:id="rId11"/>
    <p:sldLayoutId id="2147483752" r:id="rId12"/>
    <p:sldLayoutId id="2147483738" r:id="rId13"/>
    <p:sldLayoutId id="2147483740" r:id="rId14"/>
    <p:sldLayoutId id="2147483750" r:id="rId15"/>
    <p:sldLayoutId id="2147483802" r:id="rId16"/>
    <p:sldLayoutId id="2147483743" r:id="rId17"/>
    <p:sldLayoutId id="2147483795" r:id="rId18"/>
    <p:sldLayoutId id="2147483796" r:id="rId19"/>
    <p:sldLayoutId id="2147483788" r:id="rId20"/>
    <p:sldLayoutId id="2147483789" r:id="rId21"/>
  </p:sldLayoutIdLst>
  <p:hf hdr="0" dt="0"/>
  <p:txStyles>
    <p:titleStyle>
      <a:lvl1pPr algn="l" defTabSz="920541" rtl="0" eaLnBrk="1" latinLnBrk="0" hangingPunct="1">
        <a:lnSpc>
          <a:spcPct val="100000"/>
        </a:lnSpc>
        <a:spcBef>
          <a:spcPct val="0"/>
        </a:spcBef>
        <a:buFontTx/>
        <a:buNone/>
        <a:defRPr lang="en-US" sz="2000" b="1" kern="1200" smtClean="0">
          <a:solidFill>
            <a:schemeClr val="tx1"/>
          </a:solidFill>
          <a:latin typeface="+mn-lt"/>
          <a:ea typeface="+mn-ea"/>
          <a:cs typeface="+mn-cs"/>
        </a:defRPr>
      </a:lvl1pPr>
    </p:titleStyle>
    <p:bodyStyle>
      <a:lvl1pPr marL="0" indent="0" algn="l" defTabSz="920541" rtl="0" eaLnBrk="1" latinLnBrk="0" hangingPunct="1">
        <a:lnSpc>
          <a:spcPct val="100000"/>
        </a:lnSpc>
        <a:spcBef>
          <a:spcPts val="548"/>
        </a:spcBef>
        <a:buFont typeface="Wingdings" panose="05000000000000000000" pitchFamily="2" charset="2"/>
        <a:buNone/>
        <a:defRPr lang="en-US" sz="1200" kern="1200" dirty="0">
          <a:solidFill>
            <a:schemeClr val="tx1"/>
          </a:solidFill>
          <a:latin typeface="+mn-lt"/>
          <a:ea typeface="+mn-ea"/>
          <a:cs typeface="+mn-cs"/>
        </a:defRPr>
      </a:lvl1pPr>
      <a:lvl2pPr marL="144000" indent="-196850" algn="l" defTabSz="920541" rtl="0" eaLnBrk="1" latinLnBrk="0" hangingPunct="1">
        <a:lnSpc>
          <a:spcPct val="90000"/>
        </a:lnSpc>
        <a:spcBef>
          <a:spcPts val="548"/>
        </a:spcBef>
        <a:buFont typeface="Symbol" panose="05050102010706020507" pitchFamily="18" charset="2"/>
        <a:buChar char=""/>
        <a:defRPr lang="en-US" sz="1600" kern="1200" dirty="0" smtClean="0">
          <a:solidFill>
            <a:schemeClr val="tx1"/>
          </a:solidFill>
          <a:latin typeface="+mn-lt"/>
          <a:ea typeface="+mn-ea"/>
          <a:cs typeface="+mn-cs"/>
        </a:defRPr>
      </a:lvl2pPr>
      <a:lvl3pPr marL="144000" indent="-112713" algn="l" defTabSz="920541" rtl="0" eaLnBrk="1" latinLnBrk="0" hangingPunct="1">
        <a:lnSpc>
          <a:spcPct val="90000"/>
        </a:lnSpc>
        <a:spcBef>
          <a:spcPts val="548"/>
        </a:spcBef>
        <a:buFont typeface="Symbol" panose="05050102010706020507" pitchFamily="18" charset="2"/>
        <a:buChar char=""/>
        <a:defRPr lang="en-US" sz="1600" kern="1200" dirty="0" smtClean="0">
          <a:solidFill>
            <a:schemeClr val="tx1"/>
          </a:solidFill>
          <a:latin typeface="+mn-lt"/>
          <a:ea typeface="+mn-ea"/>
          <a:cs typeface="+mn-cs"/>
        </a:defRPr>
      </a:lvl3pPr>
      <a:lvl4pPr marL="144000" indent="-156581" algn="l" defTabSz="920541" rtl="0" eaLnBrk="1" latinLnBrk="0" hangingPunct="1">
        <a:lnSpc>
          <a:spcPct val="90000"/>
        </a:lnSpc>
        <a:spcBef>
          <a:spcPts val="548"/>
        </a:spcBef>
        <a:buFont typeface="Symbol" panose="05050102010706020507" pitchFamily="18" charset="2"/>
        <a:buChar char="-"/>
        <a:defRPr lang="en-US" sz="1600" kern="1200" dirty="0" smtClean="0">
          <a:solidFill>
            <a:schemeClr val="tx1"/>
          </a:solidFill>
          <a:latin typeface="+mn-lt"/>
          <a:ea typeface="+mn-ea"/>
          <a:cs typeface="+mn-cs"/>
        </a:defRPr>
      </a:lvl4pPr>
      <a:lvl5pPr marL="144000" indent="-165283" algn="l" defTabSz="920541" rtl="0" eaLnBrk="1" latinLnBrk="0" hangingPunct="1">
        <a:lnSpc>
          <a:spcPct val="90000"/>
        </a:lnSpc>
        <a:spcBef>
          <a:spcPts val="548"/>
        </a:spcBef>
        <a:buFont typeface="Symbol" panose="05050102010706020507" pitchFamily="18" charset="2"/>
        <a:buChar char="-"/>
        <a:defRPr lang="en-IE" sz="1600" kern="1200" dirty="0" smtClean="0">
          <a:solidFill>
            <a:schemeClr val="tx1"/>
          </a:solidFill>
          <a:latin typeface="+mn-lt"/>
          <a:ea typeface="+mn-ea"/>
          <a:cs typeface="+mn-cs"/>
        </a:defRPr>
      </a:lvl5pPr>
      <a:lvl6pPr marL="144000" indent="0" algn="l" defTabSz="920541" rtl="0" eaLnBrk="1" latinLnBrk="0" hangingPunct="1">
        <a:lnSpc>
          <a:spcPct val="90000"/>
        </a:lnSpc>
        <a:spcBef>
          <a:spcPts val="504"/>
        </a:spcBef>
        <a:buFont typeface="Symbol" panose="05050102010706020507" pitchFamily="18" charset="2"/>
        <a:buChar char="-"/>
        <a:defRPr sz="1600" kern="1200">
          <a:solidFill>
            <a:schemeClr val="tx1"/>
          </a:solidFill>
          <a:latin typeface="+mn-lt"/>
          <a:ea typeface="+mn-ea"/>
          <a:cs typeface="+mn-cs"/>
        </a:defRPr>
      </a:lvl6pPr>
      <a:lvl7pPr marL="144000" indent="-342900" algn="l" defTabSz="920541" rtl="0" eaLnBrk="1" latinLnBrk="0" hangingPunct="1">
        <a:lnSpc>
          <a:spcPct val="90000"/>
        </a:lnSpc>
        <a:spcBef>
          <a:spcPts val="504"/>
        </a:spcBef>
        <a:buFont typeface="Symbol" panose="05050102010706020507" pitchFamily="18" charset="2"/>
        <a:buChar char="-"/>
        <a:defRPr sz="1600" kern="1200">
          <a:solidFill>
            <a:schemeClr val="tx1"/>
          </a:solidFill>
          <a:latin typeface="+mn-lt"/>
          <a:ea typeface="+mn-ea"/>
          <a:cs typeface="+mn-cs"/>
        </a:defRPr>
      </a:lvl7pPr>
      <a:lvl8pPr marL="144000" indent="-342900" algn="l" defTabSz="920541" rtl="0" eaLnBrk="1" latinLnBrk="0" hangingPunct="1">
        <a:lnSpc>
          <a:spcPct val="90000"/>
        </a:lnSpc>
        <a:spcBef>
          <a:spcPts val="504"/>
        </a:spcBef>
        <a:buFont typeface="Symbol" panose="05050102010706020507" pitchFamily="18" charset="2"/>
        <a:buChar char="-"/>
        <a:defRPr sz="1600" kern="1200">
          <a:solidFill>
            <a:schemeClr val="tx1"/>
          </a:solidFill>
          <a:latin typeface="+mn-lt"/>
          <a:ea typeface="+mn-ea"/>
          <a:cs typeface="+mn-cs"/>
        </a:defRPr>
      </a:lvl8pPr>
      <a:lvl9pPr marL="144000" indent="-342900" algn="l" defTabSz="920541" rtl="0" eaLnBrk="1" latinLnBrk="0" hangingPunct="1">
        <a:lnSpc>
          <a:spcPct val="90000"/>
        </a:lnSpc>
        <a:spcBef>
          <a:spcPts val="504"/>
        </a:spcBef>
        <a:buFont typeface="Symbol" panose="05050102010706020507" pitchFamily="18" charset="2"/>
        <a:buChar char="-"/>
        <a:defRPr sz="1600" kern="1200">
          <a:solidFill>
            <a:schemeClr val="tx1"/>
          </a:solidFill>
          <a:latin typeface="+mn-lt"/>
          <a:ea typeface="+mn-ea"/>
          <a:cs typeface="+mn-cs"/>
        </a:defRPr>
      </a:lvl9pPr>
    </p:bodyStyle>
    <p:otherStyle>
      <a:defPPr>
        <a:defRPr lang="en-US"/>
      </a:defPPr>
      <a:lvl1pPr marL="0" algn="l" defTabSz="920541" rtl="0" eaLnBrk="1" latinLnBrk="0" hangingPunct="1">
        <a:defRPr sz="1400" kern="1200"/>
      </a:lvl1pPr>
      <a:lvl2pPr marL="0" algn="l" defTabSz="920541" rtl="0" eaLnBrk="1" latinLnBrk="0" hangingPunct="1">
        <a:defRPr sz="1400" kern="1200"/>
      </a:lvl2pPr>
      <a:lvl3pPr marL="0" algn="l" defTabSz="920541" rtl="0" eaLnBrk="1" latinLnBrk="0" hangingPunct="1">
        <a:defRPr sz="1200" kern="1200"/>
      </a:lvl3pPr>
      <a:lvl4pPr marL="0" algn="l" defTabSz="920541" rtl="0" eaLnBrk="1" latinLnBrk="0" hangingPunct="1">
        <a:defRPr sz="1000" kern="1200"/>
      </a:lvl4pPr>
      <a:lvl5pPr marL="0" algn="l" defTabSz="920541" rtl="0" eaLnBrk="1" latinLnBrk="0" hangingPunct="1">
        <a:defRPr sz="1000" kern="1200"/>
      </a:lvl5pPr>
      <a:lvl6pPr marL="0" algn="l" defTabSz="920541" rtl="0" eaLnBrk="1" latinLnBrk="0" hangingPunct="1">
        <a:defRPr sz="1000" kern="1200"/>
      </a:lvl6pPr>
      <a:lvl7pPr marL="0" algn="l" defTabSz="920541" rtl="0" eaLnBrk="1" latinLnBrk="0" hangingPunct="1">
        <a:defRPr sz="1000" kern="1200"/>
      </a:lvl7pPr>
      <a:lvl8pPr marL="0" algn="l" defTabSz="920541" rtl="0" eaLnBrk="1" latinLnBrk="0" hangingPunct="1">
        <a:defRPr sz="1000" kern="1200"/>
      </a:lvl8pPr>
      <a:lvl9pPr marL="0" algn="l" defTabSz="920541" rtl="0" eaLnBrk="1" latinLnBrk="0" hangingPunct="1">
        <a:defRPr sz="1000" kern="1200"/>
      </a:lvl9pPr>
    </p:otherStyle>
  </p:txStyles>
  <p:extLst>
    <p:ext uri="{27BBF7A9-308A-43DC-89C8-2F10F3537804}">
      <p15:sldGuideLst xmlns:p15="http://schemas.microsoft.com/office/powerpoint/2012/main">
        <p15:guide id="0" orient="horz" pos="725">
          <p15:clr>
            <a:srgbClr val="A4A3A4"/>
          </p15:clr>
        </p15:guide>
        <p15:guide id="1" pos="272" userDrawn="1">
          <p15:clr>
            <a:srgbClr val="A4A3A4"/>
          </p15:clr>
        </p15:guide>
        <p15:guide id="3" pos="8194">
          <p15:clr>
            <a:srgbClr val="A4A3A4"/>
          </p15:clr>
        </p15:guide>
        <p15:guide id="4" orient="horz" pos="952" userDrawn="1">
          <p15:clr>
            <a:srgbClr val="A4A3A4"/>
          </p15:clr>
        </p15:guide>
        <p15:guide id="13" orient="horz" pos="4399"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60860F-F778-8981-6677-FE394CCC305D}"/>
              </a:ext>
            </a:extLst>
          </p:cNvPr>
          <p:cNvSpPr>
            <a:spLocks noGrp="1"/>
          </p:cNvSpPr>
          <p:nvPr>
            <p:ph type="title"/>
          </p:nvPr>
        </p:nvSpPr>
        <p:spPr/>
        <p:txBody>
          <a:bodyPr/>
          <a:lstStyle/>
          <a:p>
            <a:endParaRPr lang="en-AU"/>
          </a:p>
        </p:txBody>
      </p:sp>
      <p:sp>
        <p:nvSpPr>
          <p:cNvPr id="4" name="Subtitle 3">
            <a:extLst>
              <a:ext uri="{FF2B5EF4-FFF2-40B4-BE49-F238E27FC236}">
                <a16:creationId xmlns:a16="http://schemas.microsoft.com/office/drawing/2014/main" id="{9ABE2B33-14FA-142E-901C-3BF505BDF6EC}"/>
              </a:ext>
            </a:extLst>
          </p:cNvPr>
          <p:cNvSpPr>
            <a:spLocks noGrp="1"/>
          </p:cNvSpPr>
          <p:nvPr>
            <p:ph type="subTitle" idx="1"/>
          </p:nvPr>
        </p:nvSpPr>
        <p:spPr/>
        <p:txBody>
          <a:bodyPr/>
          <a:lstStyle/>
          <a:p>
            <a:endParaRPr lang="en-AU"/>
          </a:p>
        </p:txBody>
      </p:sp>
      <p:sp>
        <p:nvSpPr>
          <p:cNvPr id="5" name="Text Placeholder 4">
            <a:extLst>
              <a:ext uri="{FF2B5EF4-FFF2-40B4-BE49-F238E27FC236}">
                <a16:creationId xmlns:a16="http://schemas.microsoft.com/office/drawing/2014/main" id="{D9861889-3C46-95E0-7165-1419CAB69B95}"/>
              </a:ext>
            </a:extLst>
          </p:cNvPr>
          <p:cNvSpPr>
            <a:spLocks noGrp="1"/>
          </p:cNvSpPr>
          <p:nvPr>
            <p:ph type="body" sz="quarter" idx="11"/>
          </p:nvPr>
        </p:nvSpPr>
        <p:spPr/>
        <p:txBody>
          <a:bodyPr/>
          <a:lstStyle/>
          <a:p>
            <a:endParaRPr lang="en-AU"/>
          </a:p>
        </p:txBody>
      </p:sp>
      <p:pic>
        <p:nvPicPr>
          <p:cNvPr id="9" name="GettyImages_CHUNYIP-WONG_1437523181_ppt.jpg" descr="Modern glass buildings reflecting colorful light ">
            <a:extLst>
              <a:ext uri="{FF2B5EF4-FFF2-40B4-BE49-F238E27FC236}">
                <a16:creationId xmlns:a16="http://schemas.microsoft.com/office/drawing/2014/main" id="{5DC63F85-C85F-09E0-AE7B-66369CC51CB0}"/>
              </a:ext>
            </a:extLst>
          </p:cNvPr>
          <p:cNvPicPr>
            <a:picLocks noGrp="1" noChangeAspect="1"/>
          </p:cNvPicPr>
          <p:nvPr>
            <p:ph type="pic" sz="quarter" idx="10"/>
          </p:nvPr>
        </p:nvPicPr>
        <p:blipFill>
          <a:blip r:embed="rId2"/>
          <a:srcRect l="14019" r="14019"/>
          <a:stretch>
            <a:fillRect/>
          </a:stretch>
        </p:blipFill>
        <p:spPr/>
      </p:pic>
    </p:spTree>
    <p:extLst>
      <p:ext uri="{BB962C8B-B14F-4D97-AF65-F5344CB8AC3E}">
        <p14:creationId xmlns:p14="http://schemas.microsoft.com/office/powerpoint/2010/main" val="4293786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AEDEFD9-CC5F-CFC4-C853-78C270AC24CB}"/>
              </a:ext>
            </a:extLst>
          </p:cNvPr>
          <p:cNvSpPr>
            <a:spLocks noGrp="1"/>
          </p:cNvSpPr>
          <p:nvPr>
            <p:ph type="body" sz="quarter" idx="19"/>
          </p:nvPr>
        </p:nvSpPr>
        <p:spPr/>
        <p:txBody>
          <a:bodyPr/>
          <a:lstStyle/>
          <a:p>
            <a:endParaRPr lang="en-AU"/>
          </a:p>
        </p:txBody>
      </p:sp>
      <p:sp>
        <p:nvSpPr>
          <p:cNvPr id="3" name="Footer Placeholder 2">
            <a:extLst>
              <a:ext uri="{FF2B5EF4-FFF2-40B4-BE49-F238E27FC236}">
                <a16:creationId xmlns:a16="http://schemas.microsoft.com/office/drawing/2014/main" id="{5A611672-9EE5-3BF1-62F0-AFA43A71B169}"/>
              </a:ext>
            </a:extLst>
          </p:cNvPr>
          <p:cNvSpPr>
            <a:spLocks noGrp="1"/>
          </p:cNvSpPr>
          <p:nvPr>
            <p:ph type="ftr" sz="quarter" idx="17"/>
          </p:nvPr>
        </p:nvSpPr>
        <p:spPr>
          <a:xfrm>
            <a:off x="1210340" y="7307632"/>
            <a:ext cx="10411747" cy="107722"/>
          </a:xfrm>
        </p:spPr>
        <p:txBody>
          <a:bodyPr/>
          <a:lstStyle/>
          <a:p>
            <a:endParaRPr lang="de-DE" dirty="0"/>
          </a:p>
        </p:txBody>
      </p:sp>
      <p:sp>
        <p:nvSpPr>
          <p:cNvPr id="7" name="Text Placeholder 6">
            <a:extLst>
              <a:ext uri="{FF2B5EF4-FFF2-40B4-BE49-F238E27FC236}">
                <a16:creationId xmlns:a16="http://schemas.microsoft.com/office/drawing/2014/main" id="{60125BF6-BE7E-E2F2-89DC-E940FAEEA727}"/>
              </a:ext>
            </a:extLst>
          </p:cNvPr>
          <p:cNvSpPr>
            <a:spLocks noGrp="1"/>
          </p:cNvSpPr>
          <p:nvPr>
            <p:ph type="body" sz="quarter" idx="14"/>
          </p:nvPr>
        </p:nvSpPr>
        <p:spPr/>
        <p:txBody>
          <a:bodyPr/>
          <a:lstStyle/>
          <a:p>
            <a:endParaRPr lang="en-AU"/>
          </a:p>
        </p:txBody>
      </p:sp>
      <p:sp>
        <p:nvSpPr>
          <p:cNvPr id="5" name="Title 4">
            <a:extLst>
              <a:ext uri="{FF2B5EF4-FFF2-40B4-BE49-F238E27FC236}">
                <a16:creationId xmlns:a16="http://schemas.microsoft.com/office/drawing/2014/main" id="{52679EEE-698A-41DB-F765-70E58926C03B}"/>
              </a:ext>
            </a:extLst>
          </p:cNvPr>
          <p:cNvSpPr>
            <a:spLocks noGrp="1"/>
          </p:cNvSpPr>
          <p:nvPr>
            <p:ph type="title"/>
          </p:nvPr>
        </p:nvSpPr>
        <p:spPr/>
        <p:txBody>
          <a:bodyPr/>
          <a:lstStyle/>
          <a:p>
            <a:endParaRPr lang="en-AU"/>
          </a:p>
        </p:txBody>
      </p:sp>
      <p:sp>
        <p:nvSpPr>
          <p:cNvPr id="6" name="Slide Number Placeholder 5">
            <a:extLst>
              <a:ext uri="{FF2B5EF4-FFF2-40B4-BE49-F238E27FC236}">
                <a16:creationId xmlns:a16="http://schemas.microsoft.com/office/drawing/2014/main" id="{4BB20D4C-FC31-226B-DC8D-8326F85E0514}"/>
              </a:ext>
            </a:extLst>
          </p:cNvPr>
          <p:cNvSpPr>
            <a:spLocks noGrp="1"/>
          </p:cNvSpPr>
          <p:nvPr>
            <p:ph type="sldNum" sz="quarter" idx="4"/>
          </p:nvPr>
        </p:nvSpPr>
        <p:spPr>
          <a:xfrm>
            <a:off x="13007975" y="7307632"/>
            <a:ext cx="432000" cy="107722"/>
          </a:xfrm>
        </p:spPr>
        <p:txBody>
          <a:bodyPr/>
          <a:lstStyle/>
          <a:p>
            <a:fld id="{3A65056A-10E9-40C8-A093-AA138EB7B919}" type="slidenum">
              <a:rPr lang="de-DE" smtClean="0"/>
              <a:pPr/>
              <a:t>2</a:t>
            </a:fld>
            <a:endParaRPr lang="de-DE"/>
          </a:p>
        </p:txBody>
      </p:sp>
      <p:graphicFrame>
        <p:nvGraphicFramePr>
          <p:cNvPr id="2" name="Table 1">
            <a:extLst>
              <a:ext uri="{FF2B5EF4-FFF2-40B4-BE49-F238E27FC236}">
                <a16:creationId xmlns:a16="http://schemas.microsoft.com/office/drawing/2014/main" id="{C7001636-2A20-D0A8-6806-0E9E0DDE9540}"/>
              </a:ext>
            </a:extLst>
          </p:cNvPr>
          <p:cNvGraphicFramePr>
            <a:graphicFrameLocks noGrp="1"/>
          </p:cNvGraphicFramePr>
          <p:nvPr>
            <p:extLst>
              <p:ext uri="{D42A27DB-BD31-4B8C-83A1-F6EECF244321}">
                <p14:modId xmlns:p14="http://schemas.microsoft.com/office/powerpoint/2010/main" val="1518054740"/>
              </p:ext>
            </p:extLst>
          </p:nvPr>
        </p:nvGraphicFramePr>
        <p:xfrm>
          <a:off x="546111" y="1356802"/>
          <a:ext cx="12384696" cy="5292475"/>
        </p:xfrm>
        <a:graphic>
          <a:graphicData uri="http://schemas.openxmlformats.org/drawingml/2006/table">
            <a:tbl>
              <a:tblPr/>
              <a:tblGrid>
                <a:gridCol w="2064116">
                  <a:extLst>
                    <a:ext uri="{9D8B030D-6E8A-4147-A177-3AD203B41FA5}">
                      <a16:colId xmlns:a16="http://schemas.microsoft.com/office/drawing/2014/main" val="2284555953"/>
                    </a:ext>
                  </a:extLst>
                </a:gridCol>
                <a:gridCol w="2064116">
                  <a:extLst>
                    <a:ext uri="{9D8B030D-6E8A-4147-A177-3AD203B41FA5}">
                      <a16:colId xmlns:a16="http://schemas.microsoft.com/office/drawing/2014/main" val="1075809295"/>
                    </a:ext>
                  </a:extLst>
                </a:gridCol>
                <a:gridCol w="2064116">
                  <a:extLst>
                    <a:ext uri="{9D8B030D-6E8A-4147-A177-3AD203B41FA5}">
                      <a16:colId xmlns:a16="http://schemas.microsoft.com/office/drawing/2014/main" val="3065692379"/>
                    </a:ext>
                  </a:extLst>
                </a:gridCol>
                <a:gridCol w="2064116">
                  <a:extLst>
                    <a:ext uri="{9D8B030D-6E8A-4147-A177-3AD203B41FA5}">
                      <a16:colId xmlns:a16="http://schemas.microsoft.com/office/drawing/2014/main" val="4231168795"/>
                    </a:ext>
                  </a:extLst>
                </a:gridCol>
                <a:gridCol w="2064116">
                  <a:extLst>
                    <a:ext uri="{9D8B030D-6E8A-4147-A177-3AD203B41FA5}">
                      <a16:colId xmlns:a16="http://schemas.microsoft.com/office/drawing/2014/main" val="4057765085"/>
                    </a:ext>
                  </a:extLst>
                </a:gridCol>
                <a:gridCol w="2064116">
                  <a:extLst>
                    <a:ext uri="{9D8B030D-6E8A-4147-A177-3AD203B41FA5}">
                      <a16:colId xmlns:a16="http://schemas.microsoft.com/office/drawing/2014/main" val="2351590303"/>
                    </a:ext>
                  </a:extLst>
                </a:gridCol>
              </a:tblGrid>
              <a:tr h="673629">
                <a:tc>
                  <a:txBody>
                    <a:bodyPr/>
                    <a:lstStyle/>
                    <a:p>
                      <a:pPr>
                        <a:buNone/>
                      </a:pPr>
                      <a:r>
                        <a:rPr lang="en-US" sz="2000"/>
                        <a:t>Belt</a:t>
                      </a:r>
                    </a:p>
                  </a:txBody>
                  <a:tcPr marL="3918" marR="3918" marT="1959" marB="1959" anchor="ctr">
                    <a:lnL>
                      <a:noFill/>
                    </a:lnL>
                    <a:lnR>
                      <a:noFill/>
                    </a:lnR>
                    <a:lnT>
                      <a:noFill/>
                    </a:lnT>
                    <a:lnB>
                      <a:noFill/>
                    </a:lnB>
                    <a:noFill/>
                  </a:tcPr>
                </a:tc>
                <a:tc>
                  <a:txBody>
                    <a:bodyPr/>
                    <a:lstStyle/>
                    <a:p>
                      <a:pPr>
                        <a:buNone/>
                      </a:pPr>
                      <a:r>
                        <a:rPr lang="en-US" sz="2000" b="1" dirty="0"/>
                        <a:t>Vision</a:t>
                      </a:r>
                    </a:p>
                  </a:txBody>
                  <a:tcPr marL="3918" marR="3918" marT="1959" marB="1959" anchor="ctr">
                    <a:lnL>
                      <a:noFill/>
                    </a:lnL>
                    <a:lnR>
                      <a:noFill/>
                    </a:lnR>
                    <a:lnT>
                      <a:noFill/>
                    </a:lnT>
                    <a:lnB>
                      <a:noFill/>
                    </a:lnB>
                    <a:noFill/>
                  </a:tcPr>
                </a:tc>
                <a:tc>
                  <a:txBody>
                    <a:bodyPr/>
                    <a:lstStyle/>
                    <a:p>
                      <a:pPr>
                        <a:buNone/>
                      </a:pPr>
                      <a:r>
                        <a:rPr lang="en-US" sz="2000" b="1" dirty="0"/>
                        <a:t>People</a:t>
                      </a:r>
                    </a:p>
                  </a:txBody>
                  <a:tcPr marL="3918" marR="3918" marT="1959" marB="1959" anchor="ctr">
                    <a:lnL>
                      <a:noFill/>
                    </a:lnL>
                    <a:lnR>
                      <a:noFill/>
                    </a:lnR>
                    <a:lnT>
                      <a:noFill/>
                    </a:lnT>
                    <a:lnB>
                      <a:noFill/>
                    </a:lnB>
                    <a:noFill/>
                  </a:tcPr>
                </a:tc>
                <a:tc>
                  <a:txBody>
                    <a:bodyPr/>
                    <a:lstStyle/>
                    <a:p>
                      <a:pPr>
                        <a:buNone/>
                      </a:pPr>
                      <a:r>
                        <a:rPr lang="en-US" sz="2000" b="1" dirty="0"/>
                        <a:t>Execute</a:t>
                      </a:r>
                    </a:p>
                  </a:txBody>
                  <a:tcPr marL="3918" marR="3918" marT="1959" marB="1959" anchor="ctr">
                    <a:lnL>
                      <a:noFill/>
                    </a:lnL>
                    <a:lnR>
                      <a:noFill/>
                    </a:lnR>
                    <a:lnT>
                      <a:noFill/>
                    </a:lnT>
                    <a:lnB>
                      <a:noFill/>
                    </a:lnB>
                    <a:noFill/>
                  </a:tcPr>
                </a:tc>
                <a:tc>
                  <a:txBody>
                    <a:bodyPr/>
                    <a:lstStyle/>
                    <a:p>
                      <a:pPr>
                        <a:buNone/>
                      </a:pPr>
                      <a:r>
                        <a:rPr lang="en-US" sz="2000" b="1" dirty="0"/>
                        <a:t>Energy</a:t>
                      </a:r>
                    </a:p>
                  </a:txBody>
                  <a:tcPr marL="3918" marR="3918" marT="1959" marB="1959" anchor="ctr">
                    <a:lnL>
                      <a:noFill/>
                    </a:lnL>
                    <a:lnR>
                      <a:noFill/>
                    </a:lnR>
                    <a:lnT>
                      <a:noFill/>
                    </a:lnT>
                    <a:lnB>
                      <a:noFill/>
                    </a:lnB>
                    <a:noFill/>
                  </a:tcPr>
                </a:tc>
                <a:tc>
                  <a:txBody>
                    <a:bodyPr/>
                    <a:lstStyle/>
                    <a:p>
                      <a:pPr>
                        <a:buNone/>
                      </a:pPr>
                      <a:r>
                        <a:rPr lang="en-US" sz="2000" b="1" dirty="0"/>
                        <a:t>Learning</a:t>
                      </a:r>
                    </a:p>
                  </a:txBody>
                  <a:tcPr marL="3918" marR="3918" marT="1959" marB="1959" anchor="ctr">
                    <a:lnL>
                      <a:noFill/>
                    </a:lnL>
                    <a:lnR>
                      <a:noFill/>
                    </a:lnR>
                    <a:lnT>
                      <a:noFill/>
                    </a:lnT>
                    <a:lnB>
                      <a:noFill/>
                    </a:lnB>
                    <a:noFill/>
                  </a:tcPr>
                </a:tc>
                <a:extLst>
                  <a:ext uri="{0D108BD9-81ED-4DB2-BD59-A6C34878D82A}">
                    <a16:rowId xmlns:a16="http://schemas.microsoft.com/office/drawing/2014/main" val="3223913025"/>
                  </a:ext>
                </a:extLst>
              </a:tr>
              <a:tr h="1259197">
                <a:tc>
                  <a:txBody>
                    <a:bodyPr/>
                    <a:lstStyle/>
                    <a:p>
                      <a:pPr>
                        <a:buNone/>
                      </a:pPr>
                      <a:r>
                        <a:rPr lang="en-US" sz="2000" b="1"/>
                        <a:t>White</a:t>
                      </a:r>
                      <a:endParaRPr lang="en-US" sz="2000"/>
                    </a:p>
                  </a:txBody>
                  <a:tcPr marL="3918" marR="3918" marT="1959" marB="1959" anchor="ctr">
                    <a:lnL>
                      <a:noFill/>
                    </a:lnL>
                    <a:lnR>
                      <a:noFill/>
                    </a:lnR>
                    <a:lnT>
                      <a:noFill/>
                    </a:lnT>
                    <a:lnB>
                      <a:noFill/>
                    </a:lnB>
                    <a:noFill/>
                  </a:tcPr>
                </a:tc>
                <a:tc>
                  <a:txBody>
                    <a:bodyPr/>
                    <a:lstStyle/>
                    <a:p>
                      <a:pPr marL="285750" indent="-285750">
                        <a:buFont typeface="Wingdings" panose="05000000000000000000" pitchFamily="2" charset="2"/>
                        <a:buChar char="§"/>
                      </a:pPr>
                      <a:r>
                        <a:rPr lang="en-US" sz="1600" dirty="0"/>
                        <a:t>The Stonecutter</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The Young Samurai and the Mirror</a:t>
                      </a:r>
                    </a:p>
                  </a:txBody>
                  <a:tcPr marL="3918" marR="3918" marT="1959" marB="1959" anchor="ctr">
                    <a:lnL>
                      <a:noFill/>
                    </a:lnL>
                    <a:lnR>
                      <a:noFill/>
                    </a:lnR>
                    <a:lnT>
                      <a:noFill/>
                    </a:lnT>
                    <a:lnB>
                      <a:noFill/>
                    </a:lnB>
                    <a:solidFill>
                      <a:schemeClr val="accent5"/>
                    </a:solidFill>
                  </a:tcPr>
                </a:tc>
                <a:tc>
                  <a:txBody>
                    <a:bodyPr/>
                    <a:lstStyle/>
                    <a:p>
                      <a:pPr marL="285750" indent="-285750">
                        <a:buFont typeface="Wingdings" panose="05000000000000000000" pitchFamily="2" charset="2"/>
                        <a:buChar char="§"/>
                      </a:pPr>
                      <a:r>
                        <a:rPr lang="en-US" sz="1600"/>
                        <a:t>Kobe Bryant – 4 AM Workouts</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Life Is a Marathon, Not a Sprint</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a:t>Thomas Edison and the 10,000 Attempts</a:t>
                      </a:r>
                    </a:p>
                  </a:txBody>
                  <a:tcPr marL="3918" marR="3918" marT="1959" marB="1959" anchor="ctr">
                    <a:lnL>
                      <a:noFill/>
                    </a:lnL>
                    <a:lnR>
                      <a:noFill/>
                    </a:lnR>
                    <a:lnT>
                      <a:noFill/>
                    </a:lnT>
                    <a:lnB>
                      <a:noFill/>
                    </a:lnB>
                    <a:solidFill>
                      <a:srgbClr val="2FA74D"/>
                    </a:solidFill>
                  </a:tcPr>
                </a:tc>
                <a:extLst>
                  <a:ext uri="{0D108BD9-81ED-4DB2-BD59-A6C34878D82A}">
                    <a16:rowId xmlns:a16="http://schemas.microsoft.com/office/drawing/2014/main" val="2356179437"/>
                  </a:ext>
                </a:extLst>
              </a:tr>
              <a:tr h="841255">
                <a:tc>
                  <a:txBody>
                    <a:bodyPr/>
                    <a:lstStyle/>
                    <a:p>
                      <a:pPr>
                        <a:buNone/>
                      </a:pPr>
                      <a:r>
                        <a:rPr lang="en-US" sz="2000" b="1"/>
                        <a:t>Yellow</a:t>
                      </a:r>
                      <a:endParaRPr lang="en-US" sz="2000"/>
                    </a:p>
                  </a:txBody>
                  <a:tcPr marL="3918" marR="3918" marT="1959" marB="1959" anchor="ctr">
                    <a:lnL>
                      <a:noFill/>
                    </a:lnL>
                    <a:lnR>
                      <a:noFill/>
                    </a:lnR>
                    <a:lnT>
                      <a:noFill/>
                    </a:lnT>
                    <a:lnB>
                      <a:noFill/>
                    </a:lnB>
                    <a:noFill/>
                  </a:tcPr>
                </a:tc>
                <a:tc>
                  <a:txBody>
                    <a:bodyPr/>
                    <a:lstStyle/>
                    <a:p>
                      <a:pPr marL="285750" indent="-285750">
                        <a:buFont typeface="Wingdings" panose="05000000000000000000" pitchFamily="2" charset="2"/>
                        <a:buChar char="§"/>
                      </a:pPr>
                      <a:r>
                        <a:rPr lang="en-US" sz="1600"/>
                        <a:t>The Mexican Fisherman</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The Ripple Effect</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Odysseus and the Sirens</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a:t>Sharpen the Saw</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Carl Jung and the Shadow</a:t>
                      </a:r>
                    </a:p>
                  </a:txBody>
                  <a:tcPr marL="3918" marR="3918" marT="1959" marB="1959" anchor="ctr">
                    <a:lnL>
                      <a:noFill/>
                    </a:lnL>
                    <a:lnR>
                      <a:noFill/>
                    </a:lnR>
                    <a:lnT>
                      <a:noFill/>
                    </a:lnT>
                    <a:lnB>
                      <a:noFill/>
                    </a:lnB>
                    <a:solidFill>
                      <a:schemeClr val="accent5"/>
                    </a:solidFill>
                  </a:tcPr>
                </a:tc>
                <a:extLst>
                  <a:ext uri="{0D108BD9-81ED-4DB2-BD59-A6C34878D82A}">
                    <a16:rowId xmlns:a16="http://schemas.microsoft.com/office/drawing/2014/main" val="3129411130"/>
                  </a:ext>
                </a:extLst>
              </a:tr>
              <a:tr h="1259197">
                <a:tc>
                  <a:txBody>
                    <a:bodyPr/>
                    <a:lstStyle/>
                    <a:p>
                      <a:pPr>
                        <a:buNone/>
                      </a:pPr>
                      <a:r>
                        <a:rPr lang="en-US" sz="2000" b="1"/>
                        <a:t>Green</a:t>
                      </a:r>
                      <a:endParaRPr lang="en-US" sz="2000"/>
                    </a:p>
                  </a:txBody>
                  <a:tcPr marL="3918" marR="3918" marT="1959" marB="1959" anchor="ctr">
                    <a:lnL>
                      <a:noFill/>
                    </a:lnL>
                    <a:lnR>
                      <a:noFill/>
                    </a:lnR>
                    <a:lnT>
                      <a:noFill/>
                    </a:lnT>
                    <a:lnB>
                      <a:noFill/>
                    </a:lnB>
                    <a:noFill/>
                  </a:tcPr>
                </a:tc>
                <a:tc>
                  <a:txBody>
                    <a:bodyPr/>
                    <a:lstStyle/>
                    <a:p>
                      <a:pPr marL="285750" indent="-285750">
                        <a:buFont typeface="Wingdings" panose="05000000000000000000" pitchFamily="2" charset="2"/>
                        <a:buChar char="§"/>
                      </a:pPr>
                      <a:r>
                        <a:rPr lang="en-US" sz="1600" dirty="0"/>
                        <a:t>The Big Rocks</a:t>
                      </a:r>
                    </a:p>
                  </a:txBody>
                  <a:tcPr marL="3918" marR="3918" marT="1959" marB="1959" anchor="ctr">
                    <a:lnL>
                      <a:noFill/>
                    </a:lnL>
                    <a:lnR>
                      <a:noFill/>
                    </a:lnR>
                    <a:lnT>
                      <a:noFill/>
                    </a:lnT>
                    <a:lnB>
                      <a:noFill/>
                    </a:lnB>
                    <a:solidFill>
                      <a:schemeClr val="accent5"/>
                    </a:solidFill>
                  </a:tcPr>
                </a:tc>
                <a:tc>
                  <a:txBody>
                    <a:bodyPr/>
                    <a:lstStyle/>
                    <a:p>
                      <a:pPr marL="285750" indent="-285750">
                        <a:buFont typeface="Wingdings" panose="05000000000000000000" pitchFamily="2" charset="2"/>
                        <a:buChar char="§"/>
                      </a:pPr>
                      <a:r>
                        <a:rPr lang="en-US" sz="1600" dirty="0"/>
                        <a:t>The King's Successor</a:t>
                      </a:r>
                    </a:p>
                  </a:txBody>
                  <a:tcPr marL="3918" marR="3918" marT="1959" marB="1959" anchor="ctr">
                    <a:lnL>
                      <a:noFill/>
                    </a:lnL>
                    <a:lnR>
                      <a:noFill/>
                    </a:lnR>
                    <a:lnT>
                      <a:noFill/>
                    </a:lnT>
                    <a:lnB>
                      <a:noFill/>
                    </a:lnB>
                    <a:solidFill>
                      <a:schemeClr val="accent5"/>
                    </a:solidFill>
                  </a:tcPr>
                </a:tc>
                <a:tc>
                  <a:txBody>
                    <a:bodyPr/>
                    <a:lstStyle/>
                    <a:p>
                      <a:pPr marL="285750" indent="-285750">
                        <a:buFont typeface="Wingdings" panose="05000000000000000000" pitchFamily="2" charset="2"/>
                        <a:buChar char="§"/>
                      </a:pPr>
                      <a:r>
                        <a:rPr lang="en-US" sz="1600" dirty="0"/>
                        <a:t>Atomic Habits</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Messi &amp; LeBron</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Benjamin Franklin's Virtue System</a:t>
                      </a:r>
                    </a:p>
                  </a:txBody>
                  <a:tcPr marL="3918" marR="3918" marT="1959" marB="1959" anchor="ctr">
                    <a:lnL>
                      <a:noFill/>
                    </a:lnL>
                    <a:lnR>
                      <a:noFill/>
                    </a:lnR>
                    <a:lnT>
                      <a:noFill/>
                    </a:lnT>
                    <a:lnB>
                      <a:noFill/>
                    </a:lnB>
                    <a:solidFill>
                      <a:schemeClr val="accent5"/>
                    </a:solidFill>
                  </a:tcPr>
                </a:tc>
                <a:extLst>
                  <a:ext uri="{0D108BD9-81ED-4DB2-BD59-A6C34878D82A}">
                    <a16:rowId xmlns:a16="http://schemas.microsoft.com/office/drawing/2014/main" val="1345902712"/>
                  </a:ext>
                </a:extLst>
              </a:tr>
              <a:tr h="1259197">
                <a:tc>
                  <a:txBody>
                    <a:bodyPr/>
                    <a:lstStyle/>
                    <a:p>
                      <a:pPr>
                        <a:buNone/>
                      </a:pPr>
                      <a:r>
                        <a:rPr lang="en-US" sz="2000" b="1"/>
                        <a:t>Brown</a:t>
                      </a:r>
                      <a:endParaRPr lang="en-US" sz="2000"/>
                    </a:p>
                  </a:txBody>
                  <a:tcPr marL="3918" marR="3918" marT="1959" marB="1959" anchor="ctr">
                    <a:lnL>
                      <a:noFill/>
                    </a:lnL>
                    <a:lnR>
                      <a:noFill/>
                    </a:lnR>
                    <a:lnT>
                      <a:noFill/>
                    </a:lnT>
                    <a:lnB>
                      <a:noFill/>
                    </a:lnB>
                    <a:noFill/>
                  </a:tcPr>
                </a:tc>
                <a:tc>
                  <a:txBody>
                    <a:bodyPr/>
                    <a:lstStyle/>
                    <a:p>
                      <a:pPr marL="285750" indent="-285750">
                        <a:buFont typeface="Wingdings" panose="05000000000000000000" pitchFamily="2" charset="2"/>
                        <a:buChar char="§"/>
                      </a:pPr>
                      <a:r>
                        <a:rPr lang="en-US" sz="1600"/>
                        <a:t>The Old Man and the Trees</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a:t>The Candle</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a:t>Toyota Production System</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Nelson Mandela</a:t>
                      </a:r>
                    </a:p>
                  </a:txBody>
                  <a:tcPr marL="3918" marR="3918" marT="1959" marB="1959" anchor="ctr">
                    <a:lnL>
                      <a:noFill/>
                    </a:lnL>
                    <a:lnR>
                      <a:noFill/>
                    </a:lnR>
                    <a:lnT>
                      <a:noFill/>
                    </a:lnT>
                    <a:lnB>
                      <a:noFill/>
                    </a:lnB>
                    <a:solidFill>
                      <a:srgbClr val="2FA74D"/>
                    </a:solidFill>
                  </a:tcPr>
                </a:tc>
                <a:tc>
                  <a:txBody>
                    <a:bodyPr/>
                    <a:lstStyle/>
                    <a:p>
                      <a:pPr marL="285750" indent="-285750">
                        <a:buFont typeface="Wingdings" panose="05000000000000000000" pitchFamily="2" charset="2"/>
                        <a:buChar char="§"/>
                      </a:pPr>
                      <a:r>
                        <a:rPr lang="en-US" sz="1600" dirty="0"/>
                        <a:t>Socrates and the Art of Questions</a:t>
                      </a:r>
                    </a:p>
                  </a:txBody>
                  <a:tcPr marL="3918" marR="3918" marT="1959" marB="1959" anchor="ctr">
                    <a:lnL>
                      <a:noFill/>
                    </a:lnL>
                    <a:lnR>
                      <a:noFill/>
                    </a:lnR>
                    <a:lnT>
                      <a:noFill/>
                    </a:lnT>
                    <a:lnB>
                      <a:noFill/>
                    </a:lnB>
                    <a:solidFill>
                      <a:srgbClr val="2FA74D"/>
                    </a:solidFill>
                  </a:tcPr>
                </a:tc>
                <a:extLst>
                  <a:ext uri="{0D108BD9-81ED-4DB2-BD59-A6C34878D82A}">
                    <a16:rowId xmlns:a16="http://schemas.microsoft.com/office/drawing/2014/main" val="3600161706"/>
                  </a:ext>
                </a:extLst>
              </a:tr>
            </a:tbl>
          </a:graphicData>
        </a:graphic>
      </p:graphicFrame>
    </p:spTree>
    <p:extLst>
      <p:ext uri="{BB962C8B-B14F-4D97-AF65-F5344CB8AC3E}">
        <p14:creationId xmlns:p14="http://schemas.microsoft.com/office/powerpoint/2010/main" val="2846408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620E18-5D79-A819-E53F-710F6D3DEA8C}"/>
              </a:ext>
            </a:extLst>
          </p:cNvPr>
          <p:cNvSpPr>
            <a:spLocks noGrp="1"/>
          </p:cNvSpPr>
          <p:nvPr>
            <p:ph type="body" sz="quarter" idx="19"/>
          </p:nvPr>
        </p:nvSpPr>
        <p:spPr/>
        <p:txBody>
          <a:bodyPr/>
          <a:lstStyle/>
          <a:p>
            <a:endParaRPr lang="en-US"/>
          </a:p>
        </p:txBody>
      </p:sp>
      <p:sp>
        <p:nvSpPr>
          <p:cNvPr id="3" name="Title 2">
            <a:extLst>
              <a:ext uri="{FF2B5EF4-FFF2-40B4-BE49-F238E27FC236}">
                <a16:creationId xmlns:a16="http://schemas.microsoft.com/office/drawing/2014/main" id="{F96C3E15-C07F-7849-5EDC-1648D755736F}"/>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21AB65FD-79E7-7DFD-0C93-7FC67784C454}"/>
              </a:ext>
            </a:extLst>
          </p:cNvPr>
          <p:cNvSpPr>
            <a:spLocks noGrp="1"/>
          </p:cNvSpPr>
          <p:nvPr>
            <p:ph type="ftr" sz="quarter" idx="17"/>
          </p:nvPr>
        </p:nvSpPr>
        <p:spPr/>
        <p:txBody>
          <a:bodyPr/>
          <a:lstStyle/>
          <a:p>
            <a:pPr defTabSz="888980"/>
            <a:endParaRPr lang="de-DE" dirty="0"/>
          </a:p>
        </p:txBody>
      </p:sp>
      <p:sp>
        <p:nvSpPr>
          <p:cNvPr id="5" name="Text Placeholder 4">
            <a:extLst>
              <a:ext uri="{FF2B5EF4-FFF2-40B4-BE49-F238E27FC236}">
                <a16:creationId xmlns:a16="http://schemas.microsoft.com/office/drawing/2014/main" id="{30A5E884-B19C-805E-1307-C6CC6FF06A4E}"/>
              </a:ext>
            </a:extLst>
          </p:cNvPr>
          <p:cNvSpPr>
            <a:spLocks noGrp="1"/>
          </p:cNvSpPr>
          <p:nvPr>
            <p:ph type="body" sz="quarter" idx="14"/>
          </p:nvPr>
        </p:nvSpPr>
        <p:spPr/>
        <p:txBody>
          <a:bodyPr/>
          <a:lstStyle/>
          <a:p>
            <a:endParaRPr lang="en-US"/>
          </a:p>
        </p:txBody>
      </p:sp>
      <p:sp>
        <p:nvSpPr>
          <p:cNvPr id="6" name="Slide Number Placeholder 5">
            <a:extLst>
              <a:ext uri="{FF2B5EF4-FFF2-40B4-BE49-F238E27FC236}">
                <a16:creationId xmlns:a16="http://schemas.microsoft.com/office/drawing/2014/main" id="{CF9FA66F-7792-65C3-F030-EE7D94FDBFB9}"/>
              </a:ext>
            </a:extLst>
          </p:cNvPr>
          <p:cNvSpPr>
            <a:spLocks noGrp="1"/>
          </p:cNvSpPr>
          <p:nvPr>
            <p:ph type="sldNum" sz="quarter" idx="4"/>
          </p:nvPr>
        </p:nvSpPr>
        <p:spPr/>
        <p:txBody>
          <a:bodyPr/>
          <a:lstStyle/>
          <a:p>
            <a:pPr defTabSz="888980"/>
            <a:fld id="{3A65056A-10E9-40C8-A093-AA138EB7B919}" type="slidenum">
              <a:rPr lang="de-DE" smtClean="0"/>
              <a:pPr defTabSz="888980"/>
              <a:t>3</a:t>
            </a:fld>
            <a:endParaRPr lang="de-DE" dirty="0"/>
          </a:p>
        </p:txBody>
      </p:sp>
      <p:graphicFrame>
        <p:nvGraphicFramePr>
          <p:cNvPr id="7" name="Table 6">
            <a:extLst>
              <a:ext uri="{FF2B5EF4-FFF2-40B4-BE49-F238E27FC236}">
                <a16:creationId xmlns:a16="http://schemas.microsoft.com/office/drawing/2014/main" id="{B5F86DC0-AD70-180E-8B9D-5973646B6D46}"/>
              </a:ext>
            </a:extLst>
          </p:cNvPr>
          <p:cNvGraphicFramePr>
            <a:graphicFrameLocks noGrp="1"/>
          </p:cNvGraphicFramePr>
          <p:nvPr>
            <p:extLst>
              <p:ext uri="{D42A27DB-BD31-4B8C-83A1-F6EECF244321}">
                <p14:modId xmlns:p14="http://schemas.microsoft.com/office/powerpoint/2010/main" val="510445078"/>
              </p:ext>
            </p:extLst>
          </p:nvPr>
        </p:nvGraphicFramePr>
        <p:xfrm>
          <a:off x="612607" y="1247299"/>
          <a:ext cx="12149236" cy="5352275"/>
        </p:xfrm>
        <a:graphic>
          <a:graphicData uri="http://schemas.openxmlformats.org/drawingml/2006/table">
            <a:tbl>
              <a:tblPr/>
              <a:tblGrid>
                <a:gridCol w="3268277">
                  <a:extLst>
                    <a:ext uri="{9D8B030D-6E8A-4147-A177-3AD203B41FA5}">
                      <a16:colId xmlns:a16="http://schemas.microsoft.com/office/drawing/2014/main" val="3339240498"/>
                    </a:ext>
                  </a:extLst>
                </a:gridCol>
                <a:gridCol w="8880959">
                  <a:extLst>
                    <a:ext uri="{9D8B030D-6E8A-4147-A177-3AD203B41FA5}">
                      <a16:colId xmlns:a16="http://schemas.microsoft.com/office/drawing/2014/main" val="4191315606"/>
                    </a:ext>
                  </a:extLst>
                </a:gridCol>
              </a:tblGrid>
              <a:tr h="243318">
                <a:tc>
                  <a:txBody>
                    <a:bodyPr/>
                    <a:lstStyle/>
                    <a:p>
                      <a:pPr>
                        <a:buNone/>
                      </a:pPr>
                      <a:r>
                        <a:rPr lang="en-US" sz="1200" b="1" dirty="0"/>
                        <a:t>Story</a:t>
                      </a:r>
                    </a:p>
                  </a:txBody>
                  <a:tcPr marL="475" marR="475" marT="238" marB="238" anchor="ctr">
                    <a:lnL>
                      <a:noFill/>
                    </a:lnL>
                    <a:lnR>
                      <a:noFill/>
                    </a:lnR>
                    <a:lnT>
                      <a:noFill/>
                    </a:lnT>
                    <a:lnB>
                      <a:noFill/>
                    </a:lnB>
                    <a:noFill/>
                  </a:tcPr>
                </a:tc>
                <a:tc>
                  <a:txBody>
                    <a:bodyPr/>
                    <a:lstStyle/>
                    <a:p>
                      <a:pPr>
                        <a:buNone/>
                      </a:pPr>
                      <a:r>
                        <a:rPr lang="en-US" sz="1200" b="1" dirty="0"/>
                        <a:t>Story Summary</a:t>
                      </a:r>
                    </a:p>
                  </a:txBody>
                  <a:tcPr marL="475" marR="475" marT="238" marB="238" anchor="ctr">
                    <a:lnL>
                      <a:noFill/>
                    </a:lnL>
                    <a:lnR>
                      <a:noFill/>
                    </a:lnR>
                    <a:lnT>
                      <a:noFill/>
                    </a:lnT>
                    <a:lnB>
                      <a:noFill/>
                    </a:lnB>
                    <a:noFill/>
                  </a:tcPr>
                </a:tc>
                <a:extLst>
                  <a:ext uri="{0D108BD9-81ED-4DB2-BD59-A6C34878D82A}">
                    <a16:rowId xmlns:a16="http://schemas.microsoft.com/office/drawing/2014/main" val="3252560427"/>
                  </a:ext>
                </a:extLst>
              </a:tr>
              <a:tr h="243318">
                <a:tc>
                  <a:txBody>
                    <a:bodyPr/>
                    <a:lstStyle/>
                    <a:p>
                      <a:pPr>
                        <a:buNone/>
                      </a:pPr>
                      <a:r>
                        <a:rPr lang="en-US" sz="1200" dirty="0"/>
                        <a:t>The Stonecutter</a:t>
                      </a:r>
                    </a:p>
                  </a:txBody>
                  <a:tcPr marL="475" marR="475" marT="238" marB="238" anchor="ctr">
                    <a:lnL>
                      <a:noFill/>
                    </a:lnL>
                    <a:lnR>
                      <a:noFill/>
                    </a:lnR>
                    <a:lnT>
                      <a:noFill/>
                    </a:lnT>
                    <a:lnB>
                      <a:noFill/>
                    </a:lnB>
                    <a:noFill/>
                  </a:tcPr>
                </a:tc>
                <a:tc>
                  <a:txBody>
                    <a:bodyPr/>
                    <a:lstStyle/>
                    <a:p>
                      <a:pPr>
                        <a:buNone/>
                      </a:pPr>
                      <a:r>
                        <a:rPr lang="en-US" sz="1200" dirty="0"/>
                        <a:t>Meaning comes from seeing the cathedral behind the stones. Great leadership starts with purpose.</a:t>
                      </a:r>
                    </a:p>
                  </a:txBody>
                  <a:tcPr marL="475" marR="475" marT="238" marB="238" anchor="ctr">
                    <a:lnL>
                      <a:noFill/>
                    </a:lnL>
                    <a:lnR>
                      <a:noFill/>
                    </a:lnR>
                    <a:lnT>
                      <a:noFill/>
                    </a:lnT>
                    <a:lnB>
                      <a:noFill/>
                    </a:lnB>
                    <a:noFill/>
                  </a:tcPr>
                </a:tc>
                <a:extLst>
                  <a:ext uri="{0D108BD9-81ED-4DB2-BD59-A6C34878D82A}">
                    <a16:rowId xmlns:a16="http://schemas.microsoft.com/office/drawing/2014/main" val="2802073248"/>
                  </a:ext>
                </a:extLst>
              </a:tr>
              <a:tr h="243318">
                <a:tc>
                  <a:txBody>
                    <a:bodyPr/>
                    <a:lstStyle/>
                    <a:p>
                      <a:pPr>
                        <a:buNone/>
                      </a:pPr>
                      <a:r>
                        <a:rPr lang="en-US" sz="1200"/>
                        <a:t>The Young Samurai and the Mirror</a:t>
                      </a:r>
                    </a:p>
                  </a:txBody>
                  <a:tcPr marL="475" marR="475" marT="238" marB="238" anchor="ctr">
                    <a:lnL>
                      <a:noFill/>
                    </a:lnL>
                    <a:lnR>
                      <a:noFill/>
                    </a:lnR>
                    <a:lnT>
                      <a:noFill/>
                    </a:lnT>
                    <a:lnB>
                      <a:noFill/>
                    </a:lnB>
                    <a:noFill/>
                  </a:tcPr>
                </a:tc>
                <a:tc>
                  <a:txBody>
                    <a:bodyPr/>
                    <a:lstStyle/>
                    <a:p>
                      <a:pPr>
                        <a:buNone/>
                      </a:pPr>
                      <a:r>
                        <a:rPr lang="en-US" sz="1200"/>
                        <a:t>Leadership begins with understanding yourself before understanding your impact on others.</a:t>
                      </a:r>
                    </a:p>
                  </a:txBody>
                  <a:tcPr marL="475" marR="475" marT="238" marB="238" anchor="ctr">
                    <a:lnL>
                      <a:noFill/>
                    </a:lnL>
                    <a:lnR>
                      <a:noFill/>
                    </a:lnR>
                    <a:lnT>
                      <a:noFill/>
                    </a:lnT>
                    <a:lnB>
                      <a:noFill/>
                    </a:lnB>
                    <a:noFill/>
                  </a:tcPr>
                </a:tc>
                <a:extLst>
                  <a:ext uri="{0D108BD9-81ED-4DB2-BD59-A6C34878D82A}">
                    <a16:rowId xmlns:a16="http://schemas.microsoft.com/office/drawing/2014/main" val="3465765065"/>
                  </a:ext>
                </a:extLst>
              </a:tr>
              <a:tr h="243318">
                <a:tc>
                  <a:txBody>
                    <a:bodyPr/>
                    <a:lstStyle/>
                    <a:p>
                      <a:pPr>
                        <a:buNone/>
                      </a:pPr>
                      <a:r>
                        <a:rPr lang="en-US" sz="1200"/>
                        <a:t>Kobe Bryant – 4 AM Workouts</a:t>
                      </a:r>
                    </a:p>
                  </a:txBody>
                  <a:tcPr marL="475" marR="475" marT="238" marB="238" anchor="ctr">
                    <a:lnL>
                      <a:noFill/>
                    </a:lnL>
                    <a:lnR>
                      <a:noFill/>
                    </a:lnR>
                    <a:lnT>
                      <a:noFill/>
                    </a:lnT>
                    <a:lnB>
                      <a:noFill/>
                    </a:lnB>
                    <a:noFill/>
                  </a:tcPr>
                </a:tc>
                <a:tc>
                  <a:txBody>
                    <a:bodyPr/>
                    <a:lstStyle/>
                    <a:p>
                      <a:pPr>
                        <a:buNone/>
                      </a:pPr>
                      <a:r>
                        <a:rPr lang="en-US" sz="1200"/>
                        <a:t>Extraordinary results come from ordinary actions repeated consistently over time.</a:t>
                      </a:r>
                    </a:p>
                  </a:txBody>
                  <a:tcPr marL="475" marR="475" marT="238" marB="238" anchor="ctr">
                    <a:lnL>
                      <a:noFill/>
                    </a:lnL>
                    <a:lnR>
                      <a:noFill/>
                    </a:lnR>
                    <a:lnT>
                      <a:noFill/>
                    </a:lnT>
                    <a:lnB>
                      <a:noFill/>
                    </a:lnB>
                    <a:noFill/>
                  </a:tcPr>
                </a:tc>
                <a:extLst>
                  <a:ext uri="{0D108BD9-81ED-4DB2-BD59-A6C34878D82A}">
                    <a16:rowId xmlns:a16="http://schemas.microsoft.com/office/drawing/2014/main" val="3202834837"/>
                  </a:ext>
                </a:extLst>
              </a:tr>
              <a:tr h="243318">
                <a:tc>
                  <a:txBody>
                    <a:bodyPr/>
                    <a:lstStyle/>
                    <a:p>
                      <a:pPr>
                        <a:buNone/>
                      </a:pPr>
                      <a:r>
                        <a:rPr lang="en-US" sz="1200"/>
                        <a:t>Life Is a Marathon, Not a Sprint</a:t>
                      </a:r>
                    </a:p>
                  </a:txBody>
                  <a:tcPr marL="475" marR="475" marT="238" marB="238" anchor="ctr">
                    <a:lnL>
                      <a:noFill/>
                    </a:lnL>
                    <a:lnR>
                      <a:noFill/>
                    </a:lnR>
                    <a:lnT>
                      <a:noFill/>
                    </a:lnT>
                    <a:lnB>
                      <a:noFill/>
                    </a:lnB>
                    <a:noFill/>
                  </a:tcPr>
                </a:tc>
                <a:tc>
                  <a:txBody>
                    <a:bodyPr/>
                    <a:lstStyle/>
                    <a:p>
                      <a:pPr>
                        <a:buNone/>
                      </a:pPr>
                      <a:r>
                        <a:rPr lang="en-US" sz="1200"/>
                        <a:t>Sustainable success requires managing energy, not simply increasing effort.</a:t>
                      </a:r>
                    </a:p>
                  </a:txBody>
                  <a:tcPr marL="475" marR="475" marT="238" marB="238" anchor="ctr">
                    <a:lnL>
                      <a:noFill/>
                    </a:lnL>
                    <a:lnR>
                      <a:noFill/>
                    </a:lnR>
                    <a:lnT>
                      <a:noFill/>
                    </a:lnT>
                    <a:lnB>
                      <a:noFill/>
                    </a:lnB>
                    <a:noFill/>
                  </a:tcPr>
                </a:tc>
                <a:extLst>
                  <a:ext uri="{0D108BD9-81ED-4DB2-BD59-A6C34878D82A}">
                    <a16:rowId xmlns:a16="http://schemas.microsoft.com/office/drawing/2014/main" val="2696934935"/>
                  </a:ext>
                </a:extLst>
              </a:tr>
              <a:tr h="485915">
                <a:tc>
                  <a:txBody>
                    <a:bodyPr/>
                    <a:lstStyle/>
                    <a:p>
                      <a:pPr>
                        <a:buNone/>
                      </a:pPr>
                      <a:r>
                        <a:rPr lang="en-US" sz="1200"/>
                        <a:t>Thomas Edison and the 10,000 Attempts</a:t>
                      </a:r>
                    </a:p>
                  </a:txBody>
                  <a:tcPr marL="475" marR="475" marT="238" marB="238" anchor="ctr">
                    <a:lnL>
                      <a:noFill/>
                    </a:lnL>
                    <a:lnR>
                      <a:noFill/>
                    </a:lnR>
                    <a:lnT>
                      <a:noFill/>
                    </a:lnT>
                    <a:lnB>
                      <a:noFill/>
                    </a:lnB>
                    <a:noFill/>
                  </a:tcPr>
                </a:tc>
                <a:tc>
                  <a:txBody>
                    <a:bodyPr/>
                    <a:lstStyle/>
                    <a:p>
                      <a:pPr>
                        <a:buNone/>
                      </a:pPr>
                      <a:r>
                        <a:rPr lang="en-US" sz="1200"/>
                        <a:t>Failure is not the opposite of success. It is one of its greatest teachers.</a:t>
                      </a:r>
                    </a:p>
                  </a:txBody>
                  <a:tcPr marL="475" marR="475" marT="238" marB="238" anchor="ctr">
                    <a:lnL>
                      <a:noFill/>
                    </a:lnL>
                    <a:lnR>
                      <a:noFill/>
                    </a:lnR>
                    <a:lnT>
                      <a:noFill/>
                    </a:lnT>
                    <a:lnB>
                      <a:noFill/>
                    </a:lnB>
                    <a:noFill/>
                  </a:tcPr>
                </a:tc>
                <a:extLst>
                  <a:ext uri="{0D108BD9-81ED-4DB2-BD59-A6C34878D82A}">
                    <a16:rowId xmlns:a16="http://schemas.microsoft.com/office/drawing/2014/main" val="2753622417"/>
                  </a:ext>
                </a:extLst>
              </a:tr>
              <a:tr h="243318">
                <a:tc>
                  <a:txBody>
                    <a:bodyPr/>
                    <a:lstStyle/>
                    <a:p>
                      <a:pPr>
                        <a:buNone/>
                      </a:pPr>
                      <a:r>
                        <a:rPr lang="en-US" sz="1200"/>
                        <a:t>The Mexican Fisherman</a:t>
                      </a:r>
                    </a:p>
                  </a:txBody>
                  <a:tcPr marL="475" marR="475" marT="238" marB="238" anchor="ctr">
                    <a:lnL>
                      <a:noFill/>
                    </a:lnL>
                    <a:lnR>
                      <a:noFill/>
                    </a:lnR>
                    <a:lnT>
                      <a:noFill/>
                    </a:lnT>
                    <a:lnB>
                      <a:noFill/>
                    </a:lnB>
                    <a:noFill/>
                  </a:tcPr>
                </a:tc>
                <a:tc>
                  <a:txBody>
                    <a:bodyPr/>
                    <a:lstStyle/>
                    <a:p>
                      <a:pPr>
                        <a:buNone/>
                      </a:pPr>
                      <a:r>
                        <a:rPr lang="en-US" sz="1200"/>
                        <a:t>Success and fulfillment are not the same. Pursue goals that are truly yours.</a:t>
                      </a:r>
                    </a:p>
                  </a:txBody>
                  <a:tcPr marL="475" marR="475" marT="238" marB="238" anchor="ctr">
                    <a:lnL>
                      <a:noFill/>
                    </a:lnL>
                    <a:lnR>
                      <a:noFill/>
                    </a:lnR>
                    <a:lnT>
                      <a:noFill/>
                    </a:lnT>
                    <a:lnB>
                      <a:noFill/>
                    </a:lnB>
                    <a:noFill/>
                  </a:tcPr>
                </a:tc>
                <a:extLst>
                  <a:ext uri="{0D108BD9-81ED-4DB2-BD59-A6C34878D82A}">
                    <a16:rowId xmlns:a16="http://schemas.microsoft.com/office/drawing/2014/main" val="3359266850"/>
                  </a:ext>
                </a:extLst>
              </a:tr>
              <a:tr h="243318">
                <a:tc>
                  <a:txBody>
                    <a:bodyPr/>
                    <a:lstStyle/>
                    <a:p>
                      <a:pPr>
                        <a:buNone/>
                      </a:pPr>
                      <a:r>
                        <a:rPr lang="en-US" sz="1200"/>
                        <a:t>The Ripple Effect</a:t>
                      </a:r>
                    </a:p>
                  </a:txBody>
                  <a:tcPr marL="475" marR="475" marT="238" marB="238" anchor="ctr">
                    <a:lnL>
                      <a:noFill/>
                    </a:lnL>
                    <a:lnR>
                      <a:noFill/>
                    </a:lnR>
                    <a:lnT>
                      <a:noFill/>
                    </a:lnT>
                    <a:lnB>
                      <a:noFill/>
                    </a:lnB>
                    <a:noFill/>
                  </a:tcPr>
                </a:tc>
                <a:tc>
                  <a:txBody>
                    <a:bodyPr/>
                    <a:lstStyle/>
                    <a:p>
                      <a:pPr>
                        <a:buNone/>
                      </a:pPr>
                      <a:r>
                        <a:rPr lang="en-US" sz="1200" dirty="0"/>
                        <a:t>Small leadership behaviors create consequences far beyond what we see.</a:t>
                      </a:r>
                    </a:p>
                  </a:txBody>
                  <a:tcPr marL="475" marR="475" marT="238" marB="238" anchor="ctr">
                    <a:lnL>
                      <a:noFill/>
                    </a:lnL>
                    <a:lnR>
                      <a:noFill/>
                    </a:lnR>
                    <a:lnT>
                      <a:noFill/>
                    </a:lnT>
                    <a:lnB>
                      <a:noFill/>
                    </a:lnB>
                    <a:noFill/>
                  </a:tcPr>
                </a:tc>
                <a:extLst>
                  <a:ext uri="{0D108BD9-81ED-4DB2-BD59-A6C34878D82A}">
                    <a16:rowId xmlns:a16="http://schemas.microsoft.com/office/drawing/2014/main" val="826292836"/>
                  </a:ext>
                </a:extLst>
              </a:tr>
              <a:tr h="243318">
                <a:tc>
                  <a:txBody>
                    <a:bodyPr/>
                    <a:lstStyle/>
                    <a:p>
                      <a:pPr>
                        <a:buNone/>
                      </a:pPr>
                      <a:r>
                        <a:rPr lang="en-US" sz="1200"/>
                        <a:t>Odysseus and the Sirens</a:t>
                      </a:r>
                    </a:p>
                  </a:txBody>
                  <a:tcPr marL="475" marR="475" marT="238" marB="238" anchor="ctr">
                    <a:lnL>
                      <a:noFill/>
                    </a:lnL>
                    <a:lnR>
                      <a:noFill/>
                    </a:lnR>
                    <a:lnT>
                      <a:noFill/>
                    </a:lnT>
                    <a:lnB>
                      <a:noFill/>
                    </a:lnB>
                    <a:noFill/>
                  </a:tcPr>
                </a:tc>
                <a:tc>
                  <a:txBody>
                    <a:bodyPr/>
                    <a:lstStyle/>
                    <a:p>
                      <a:pPr>
                        <a:buNone/>
                      </a:pPr>
                      <a:r>
                        <a:rPr lang="en-US" sz="1200"/>
                        <a:t>Fear, distraction, and avoidance often undermine execution more than capability.</a:t>
                      </a:r>
                    </a:p>
                  </a:txBody>
                  <a:tcPr marL="475" marR="475" marT="238" marB="238" anchor="ctr">
                    <a:lnL>
                      <a:noFill/>
                    </a:lnL>
                    <a:lnR>
                      <a:noFill/>
                    </a:lnR>
                    <a:lnT>
                      <a:noFill/>
                    </a:lnT>
                    <a:lnB>
                      <a:noFill/>
                    </a:lnB>
                    <a:noFill/>
                  </a:tcPr>
                </a:tc>
                <a:extLst>
                  <a:ext uri="{0D108BD9-81ED-4DB2-BD59-A6C34878D82A}">
                    <a16:rowId xmlns:a16="http://schemas.microsoft.com/office/drawing/2014/main" val="2719207822"/>
                  </a:ext>
                </a:extLst>
              </a:tr>
              <a:tr h="243318">
                <a:tc>
                  <a:txBody>
                    <a:bodyPr/>
                    <a:lstStyle/>
                    <a:p>
                      <a:pPr>
                        <a:buNone/>
                      </a:pPr>
                      <a:r>
                        <a:rPr lang="en-US" sz="1200"/>
                        <a:t>Sharpen the Saw</a:t>
                      </a:r>
                    </a:p>
                  </a:txBody>
                  <a:tcPr marL="475" marR="475" marT="238" marB="238" anchor="ctr">
                    <a:lnL>
                      <a:noFill/>
                    </a:lnL>
                    <a:lnR>
                      <a:noFill/>
                    </a:lnR>
                    <a:lnT>
                      <a:noFill/>
                    </a:lnT>
                    <a:lnB>
                      <a:noFill/>
                    </a:lnB>
                    <a:noFill/>
                  </a:tcPr>
                </a:tc>
                <a:tc>
                  <a:txBody>
                    <a:bodyPr/>
                    <a:lstStyle/>
                    <a:p>
                      <a:pPr>
                        <a:buNone/>
                      </a:pPr>
                      <a:r>
                        <a:rPr lang="en-US" sz="1200" dirty="0"/>
                        <a:t>Recovery is not a distraction from performance. Recovery creates performance.</a:t>
                      </a:r>
                    </a:p>
                  </a:txBody>
                  <a:tcPr marL="475" marR="475" marT="238" marB="238" anchor="ctr">
                    <a:lnL>
                      <a:noFill/>
                    </a:lnL>
                    <a:lnR>
                      <a:noFill/>
                    </a:lnR>
                    <a:lnT>
                      <a:noFill/>
                    </a:lnT>
                    <a:lnB>
                      <a:noFill/>
                    </a:lnB>
                    <a:noFill/>
                  </a:tcPr>
                </a:tc>
                <a:extLst>
                  <a:ext uri="{0D108BD9-81ED-4DB2-BD59-A6C34878D82A}">
                    <a16:rowId xmlns:a16="http://schemas.microsoft.com/office/drawing/2014/main" val="3951719387"/>
                  </a:ext>
                </a:extLst>
              </a:tr>
              <a:tr h="243318">
                <a:tc>
                  <a:txBody>
                    <a:bodyPr/>
                    <a:lstStyle/>
                    <a:p>
                      <a:pPr>
                        <a:buNone/>
                      </a:pPr>
                      <a:r>
                        <a:rPr lang="en-US" sz="1200"/>
                        <a:t>Carl Jung and the Shadow</a:t>
                      </a:r>
                    </a:p>
                  </a:txBody>
                  <a:tcPr marL="475" marR="475" marT="238" marB="238" anchor="ctr">
                    <a:lnL>
                      <a:noFill/>
                    </a:lnL>
                    <a:lnR>
                      <a:noFill/>
                    </a:lnR>
                    <a:lnT>
                      <a:noFill/>
                    </a:lnT>
                    <a:lnB>
                      <a:noFill/>
                    </a:lnB>
                    <a:noFill/>
                  </a:tcPr>
                </a:tc>
                <a:tc>
                  <a:txBody>
                    <a:bodyPr/>
                    <a:lstStyle/>
                    <a:p>
                      <a:pPr>
                        <a:buNone/>
                      </a:pPr>
                      <a:r>
                        <a:rPr lang="en-US" sz="1200"/>
                        <a:t>What remains unconscious continues to repeat itself until it is understood.</a:t>
                      </a:r>
                    </a:p>
                  </a:txBody>
                  <a:tcPr marL="475" marR="475" marT="238" marB="238" anchor="ctr">
                    <a:lnL>
                      <a:noFill/>
                    </a:lnL>
                    <a:lnR>
                      <a:noFill/>
                    </a:lnR>
                    <a:lnT>
                      <a:noFill/>
                    </a:lnT>
                    <a:lnB>
                      <a:noFill/>
                    </a:lnB>
                    <a:noFill/>
                  </a:tcPr>
                </a:tc>
                <a:extLst>
                  <a:ext uri="{0D108BD9-81ED-4DB2-BD59-A6C34878D82A}">
                    <a16:rowId xmlns:a16="http://schemas.microsoft.com/office/drawing/2014/main" val="453409863"/>
                  </a:ext>
                </a:extLst>
              </a:tr>
              <a:tr h="243318">
                <a:tc>
                  <a:txBody>
                    <a:bodyPr/>
                    <a:lstStyle/>
                    <a:p>
                      <a:pPr>
                        <a:buNone/>
                      </a:pPr>
                      <a:r>
                        <a:rPr lang="en-US" sz="1200"/>
                        <a:t>The Big Rocks</a:t>
                      </a:r>
                    </a:p>
                  </a:txBody>
                  <a:tcPr marL="475" marR="475" marT="238" marB="238" anchor="ctr">
                    <a:lnL>
                      <a:noFill/>
                    </a:lnL>
                    <a:lnR>
                      <a:noFill/>
                    </a:lnR>
                    <a:lnT>
                      <a:noFill/>
                    </a:lnT>
                    <a:lnB>
                      <a:noFill/>
                    </a:lnB>
                    <a:noFill/>
                  </a:tcPr>
                </a:tc>
                <a:tc>
                  <a:txBody>
                    <a:bodyPr/>
                    <a:lstStyle/>
                    <a:p>
                      <a:pPr>
                        <a:buNone/>
                      </a:pPr>
                      <a:r>
                        <a:rPr lang="en-US" sz="1200"/>
                        <a:t>If the most important things do not come first, life fills with everything else.</a:t>
                      </a:r>
                    </a:p>
                  </a:txBody>
                  <a:tcPr marL="475" marR="475" marT="238" marB="238" anchor="ctr">
                    <a:lnL>
                      <a:noFill/>
                    </a:lnL>
                    <a:lnR>
                      <a:noFill/>
                    </a:lnR>
                    <a:lnT>
                      <a:noFill/>
                    </a:lnT>
                    <a:lnB>
                      <a:noFill/>
                    </a:lnB>
                    <a:noFill/>
                  </a:tcPr>
                </a:tc>
                <a:extLst>
                  <a:ext uri="{0D108BD9-81ED-4DB2-BD59-A6C34878D82A}">
                    <a16:rowId xmlns:a16="http://schemas.microsoft.com/office/drawing/2014/main" val="1796032651"/>
                  </a:ext>
                </a:extLst>
              </a:tr>
              <a:tr h="243318">
                <a:tc>
                  <a:txBody>
                    <a:bodyPr/>
                    <a:lstStyle/>
                    <a:p>
                      <a:pPr>
                        <a:buNone/>
                      </a:pPr>
                      <a:r>
                        <a:rPr lang="en-US" sz="1200"/>
                        <a:t>The King's Successor</a:t>
                      </a:r>
                    </a:p>
                  </a:txBody>
                  <a:tcPr marL="475" marR="475" marT="238" marB="238" anchor="ctr">
                    <a:lnL>
                      <a:noFill/>
                    </a:lnL>
                    <a:lnR>
                      <a:noFill/>
                    </a:lnR>
                    <a:lnT>
                      <a:noFill/>
                    </a:lnT>
                    <a:lnB>
                      <a:noFill/>
                    </a:lnB>
                    <a:noFill/>
                  </a:tcPr>
                </a:tc>
                <a:tc>
                  <a:txBody>
                    <a:bodyPr/>
                    <a:lstStyle/>
                    <a:p>
                      <a:pPr>
                        <a:buNone/>
                      </a:pPr>
                      <a:r>
                        <a:rPr lang="en-US" sz="1200"/>
                        <a:t>Great leaders create capability, not dependence.</a:t>
                      </a:r>
                    </a:p>
                  </a:txBody>
                  <a:tcPr marL="475" marR="475" marT="238" marB="238" anchor="ctr">
                    <a:lnL>
                      <a:noFill/>
                    </a:lnL>
                    <a:lnR>
                      <a:noFill/>
                    </a:lnR>
                    <a:lnT>
                      <a:noFill/>
                    </a:lnT>
                    <a:lnB>
                      <a:noFill/>
                    </a:lnB>
                    <a:noFill/>
                  </a:tcPr>
                </a:tc>
                <a:extLst>
                  <a:ext uri="{0D108BD9-81ED-4DB2-BD59-A6C34878D82A}">
                    <a16:rowId xmlns:a16="http://schemas.microsoft.com/office/drawing/2014/main" val="1447287844"/>
                  </a:ext>
                </a:extLst>
              </a:tr>
              <a:tr h="243318">
                <a:tc>
                  <a:txBody>
                    <a:bodyPr/>
                    <a:lstStyle/>
                    <a:p>
                      <a:pPr>
                        <a:buNone/>
                      </a:pPr>
                      <a:r>
                        <a:rPr lang="en-US" sz="1200"/>
                        <a:t>Atomic Habits</a:t>
                      </a:r>
                    </a:p>
                  </a:txBody>
                  <a:tcPr marL="475" marR="475" marT="238" marB="238" anchor="ctr">
                    <a:lnL>
                      <a:noFill/>
                    </a:lnL>
                    <a:lnR>
                      <a:noFill/>
                    </a:lnR>
                    <a:lnT>
                      <a:noFill/>
                    </a:lnT>
                    <a:lnB>
                      <a:noFill/>
                    </a:lnB>
                    <a:noFill/>
                  </a:tcPr>
                </a:tc>
                <a:tc>
                  <a:txBody>
                    <a:bodyPr/>
                    <a:lstStyle/>
                    <a:p>
                      <a:pPr>
                        <a:buNone/>
                      </a:pPr>
                      <a:r>
                        <a:rPr lang="en-US" sz="1200"/>
                        <a:t>Sustainable execution comes from systems, not motivation.</a:t>
                      </a:r>
                    </a:p>
                  </a:txBody>
                  <a:tcPr marL="475" marR="475" marT="238" marB="238" anchor="ctr">
                    <a:lnL>
                      <a:noFill/>
                    </a:lnL>
                    <a:lnR>
                      <a:noFill/>
                    </a:lnR>
                    <a:lnT>
                      <a:noFill/>
                    </a:lnT>
                    <a:lnB>
                      <a:noFill/>
                    </a:lnB>
                    <a:noFill/>
                  </a:tcPr>
                </a:tc>
                <a:extLst>
                  <a:ext uri="{0D108BD9-81ED-4DB2-BD59-A6C34878D82A}">
                    <a16:rowId xmlns:a16="http://schemas.microsoft.com/office/drawing/2014/main" val="2724122293"/>
                  </a:ext>
                </a:extLst>
              </a:tr>
              <a:tr h="243318">
                <a:tc>
                  <a:txBody>
                    <a:bodyPr/>
                    <a:lstStyle/>
                    <a:p>
                      <a:pPr>
                        <a:buNone/>
                      </a:pPr>
                      <a:r>
                        <a:rPr lang="en-US" sz="1200"/>
                        <a:t>Messi &amp; LeBron</a:t>
                      </a:r>
                    </a:p>
                  </a:txBody>
                  <a:tcPr marL="475" marR="475" marT="238" marB="238" anchor="ctr">
                    <a:lnL>
                      <a:noFill/>
                    </a:lnL>
                    <a:lnR>
                      <a:noFill/>
                    </a:lnR>
                    <a:lnT>
                      <a:noFill/>
                    </a:lnT>
                    <a:lnB>
                      <a:noFill/>
                    </a:lnB>
                    <a:noFill/>
                  </a:tcPr>
                </a:tc>
                <a:tc>
                  <a:txBody>
                    <a:bodyPr/>
                    <a:lstStyle/>
                    <a:p>
                      <a:pPr>
                        <a:buNone/>
                      </a:pPr>
                      <a:r>
                        <a:rPr lang="en-US" sz="1200"/>
                        <a:t>Elite performers do not spend energy everywhere. They deploy it strategically.</a:t>
                      </a:r>
                    </a:p>
                  </a:txBody>
                  <a:tcPr marL="475" marR="475" marT="238" marB="238" anchor="ctr">
                    <a:lnL>
                      <a:noFill/>
                    </a:lnL>
                    <a:lnR>
                      <a:noFill/>
                    </a:lnR>
                    <a:lnT>
                      <a:noFill/>
                    </a:lnT>
                    <a:lnB>
                      <a:noFill/>
                    </a:lnB>
                    <a:noFill/>
                  </a:tcPr>
                </a:tc>
                <a:extLst>
                  <a:ext uri="{0D108BD9-81ED-4DB2-BD59-A6C34878D82A}">
                    <a16:rowId xmlns:a16="http://schemas.microsoft.com/office/drawing/2014/main" val="3862020129"/>
                  </a:ext>
                </a:extLst>
              </a:tr>
              <a:tr h="243318">
                <a:tc>
                  <a:txBody>
                    <a:bodyPr/>
                    <a:lstStyle/>
                    <a:p>
                      <a:pPr>
                        <a:buNone/>
                      </a:pPr>
                      <a:r>
                        <a:rPr lang="en-US" sz="1200"/>
                        <a:t>Benjamin Franklin's Virtue System</a:t>
                      </a:r>
                    </a:p>
                  </a:txBody>
                  <a:tcPr marL="475" marR="475" marT="238" marB="238" anchor="ctr">
                    <a:lnL>
                      <a:noFill/>
                    </a:lnL>
                    <a:lnR>
                      <a:noFill/>
                    </a:lnR>
                    <a:lnT>
                      <a:noFill/>
                    </a:lnT>
                    <a:lnB>
                      <a:noFill/>
                    </a:lnB>
                    <a:noFill/>
                  </a:tcPr>
                </a:tc>
                <a:tc>
                  <a:txBody>
                    <a:bodyPr/>
                    <a:lstStyle/>
                    <a:p>
                      <a:pPr>
                        <a:buNone/>
                      </a:pPr>
                      <a:r>
                        <a:rPr lang="en-US" sz="1200"/>
                        <a:t>Growth is not accidental. It is the result of deliberate practice.</a:t>
                      </a:r>
                    </a:p>
                  </a:txBody>
                  <a:tcPr marL="475" marR="475" marT="238" marB="238" anchor="ctr">
                    <a:lnL>
                      <a:noFill/>
                    </a:lnL>
                    <a:lnR>
                      <a:noFill/>
                    </a:lnR>
                    <a:lnT>
                      <a:noFill/>
                    </a:lnT>
                    <a:lnB>
                      <a:noFill/>
                    </a:lnB>
                    <a:noFill/>
                  </a:tcPr>
                </a:tc>
                <a:extLst>
                  <a:ext uri="{0D108BD9-81ED-4DB2-BD59-A6C34878D82A}">
                    <a16:rowId xmlns:a16="http://schemas.microsoft.com/office/drawing/2014/main" val="3115002095"/>
                  </a:ext>
                </a:extLst>
              </a:tr>
              <a:tr h="243318">
                <a:tc>
                  <a:txBody>
                    <a:bodyPr/>
                    <a:lstStyle/>
                    <a:p>
                      <a:pPr>
                        <a:buNone/>
                      </a:pPr>
                      <a:r>
                        <a:rPr lang="en-US" sz="1200"/>
                        <a:t>The Old Man and the Trees</a:t>
                      </a:r>
                    </a:p>
                  </a:txBody>
                  <a:tcPr marL="475" marR="475" marT="238" marB="238" anchor="ctr">
                    <a:lnL>
                      <a:noFill/>
                    </a:lnL>
                    <a:lnR>
                      <a:noFill/>
                    </a:lnR>
                    <a:lnT>
                      <a:noFill/>
                    </a:lnT>
                    <a:lnB>
                      <a:noFill/>
                    </a:lnB>
                    <a:noFill/>
                  </a:tcPr>
                </a:tc>
                <a:tc>
                  <a:txBody>
                    <a:bodyPr/>
                    <a:lstStyle/>
                    <a:p>
                      <a:pPr>
                        <a:buNone/>
                      </a:pPr>
                      <a:r>
                        <a:rPr lang="en-US" sz="1200"/>
                        <a:t>Wisdom becomes leadership when it helps others find their own direction.</a:t>
                      </a:r>
                    </a:p>
                  </a:txBody>
                  <a:tcPr marL="475" marR="475" marT="238" marB="238" anchor="ctr">
                    <a:lnL>
                      <a:noFill/>
                    </a:lnL>
                    <a:lnR>
                      <a:noFill/>
                    </a:lnR>
                    <a:lnT>
                      <a:noFill/>
                    </a:lnT>
                    <a:lnB>
                      <a:noFill/>
                    </a:lnB>
                    <a:noFill/>
                  </a:tcPr>
                </a:tc>
                <a:extLst>
                  <a:ext uri="{0D108BD9-81ED-4DB2-BD59-A6C34878D82A}">
                    <a16:rowId xmlns:a16="http://schemas.microsoft.com/office/drawing/2014/main" val="4110749257"/>
                  </a:ext>
                </a:extLst>
              </a:tr>
              <a:tr h="243318">
                <a:tc>
                  <a:txBody>
                    <a:bodyPr/>
                    <a:lstStyle/>
                    <a:p>
                      <a:pPr>
                        <a:buNone/>
                      </a:pPr>
                      <a:r>
                        <a:rPr lang="en-US" sz="1200"/>
                        <a:t>The Candle</a:t>
                      </a:r>
                    </a:p>
                  </a:txBody>
                  <a:tcPr marL="475" marR="475" marT="238" marB="238" anchor="ctr">
                    <a:lnL>
                      <a:noFill/>
                    </a:lnL>
                    <a:lnR>
                      <a:noFill/>
                    </a:lnR>
                    <a:lnT>
                      <a:noFill/>
                    </a:lnT>
                    <a:lnB>
                      <a:noFill/>
                    </a:lnB>
                    <a:noFill/>
                  </a:tcPr>
                </a:tc>
                <a:tc>
                  <a:txBody>
                    <a:bodyPr/>
                    <a:lstStyle/>
                    <a:p>
                      <a:pPr>
                        <a:buNone/>
                      </a:pPr>
                      <a:r>
                        <a:rPr lang="en-US" sz="1200"/>
                        <a:t>Leadership reaches its highest form when it creates more leaders.</a:t>
                      </a:r>
                    </a:p>
                  </a:txBody>
                  <a:tcPr marL="475" marR="475" marT="238" marB="238" anchor="ctr">
                    <a:lnL>
                      <a:noFill/>
                    </a:lnL>
                    <a:lnR>
                      <a:noFill/>
                    </a:lnR>
                    <a:lnT>
                      <a:noFill/>
                    </a:lnT>
                    <a:lnB>
                      <a:noFill/>
                    </a:lnB>
                    <a:noFill/>
                  </a:tcPr>
                </a:tc>
                <a:extLst>
                  <a:ext uri="{0D108BD9-81ED-4DB2-BD59-A6C34878D82A}">
                    <a16:rowId xmlns:a16="http://schemas.microsoft.com/office/drawing/2014/main" val="2862528604"/>
                  </a:ext>
                </a:extLst>
              </a:tr>
              <a:tr h="243318">
                <a:tc>
                  <a:txBody>
                    <a:bodyPr/>
                    <a:lstStyle/>
                    <a:p>
                      <a:pPr>
                        <a:buNone/>
                      </a:pPr>
                      <a:r>
                        <a:rPr lang="en-US" sz="1200"/>
                        <a:t>Toyota Production System</a:t>
                      </a:r>
                    </a:p>
                  </a:txBody>
                  <a:tcPr marL="475" marR="475" marT="238" marB="238" anchor="ctr">
                    <a:lnL>
                      <a:noFill/>
                    </a:lnL>
                    <a:lnR>
                      <a:noFill/>
                    </a:lnR>
                    <a:lnT>
                      <a:noFill/>
                    </a:lnT>
                    <a:lnB>
                      <a:noFill/>
                    </a:lnB>
                    <a:noFill/>
                  </a:tcPr>
                </a:tc>
                <a:tc>
                  <a:txBody>
                    <a:bodyPr/>
                    <a:lstStyle/>
                    <a:p>
                      <a:pPr>
                        <a:buNone/>
                      </a:pPr>
                      <a:r>
                        <a:rPr lang="en-US" sz="1200"/>
                        <a:t>Great leaders build operating models, not heroic teams.</a:t>
                      </a:r>
                    </a:p>
                  </a:txBody>
                  <a:tcPr marL="475" marR="475" marT="238" marB="238" anchor="ctr">
                    <a:lnL>
                      <a:noFill/>
                    </a:lnL>
                    <a:lnR>
                      <a:noFill/>
                    </a:lnR>
                    <a:lnT>
                      <a:noFill/>
                    </a:lnT>
                    <a:lnB>
                      <a:noFill/>
                    </a:lnB>
                    <a:noFill/>
                  </a:tcPr>
                </a:tc>
                <a:extLst>
                  <a:ext uri="{0D108BD9-81ED-4DB2-BD59-A6C34878D82A}">
                    <a16:rowId xmlns:a16="http://schemas.microsoft.com/office/drawing/2014/main" val="751069235"/>
                  </a:ext>
                </a:extLst>
              </a:tr>
              <a:tr h="243318">
                <a:tc>
                  <a:txBody>
                    <a:bodyPr/>
                    <a:lstStyle/>
                    <a:p>
                      <a:pPr>
                        <a:buNone/>
                      </a:pPr>
                      <a:r>
                        <a:rPr lang="en-US" sz="1200"/>
                        <a:t>Nelson Mandela</a:t>
                      </a:r>
                    </a:p>
                  </a:txBody>
                  <a:tcPr marL="475" marR="475" marT="238" marB="238" anchor="ctr">
                    <a:lnL>
                      <a:noFill/>
                    </a:lnL>
                    <a:lnR>
                      <a:noFill/>
                    </a:lnR>
                    <a:lnT>
                      <a:noFill/>
                    </a:lnT>
                    <a:lnB>
                      <a:noFill/>
                    </a:lnB>
                    <a:noFill/>
                  </a:tcPr>
                </a:tc>
                <a:tc>
                  <a:txBody>
                    <a:bodyPr/>
                    <a:lstStyle/>
                    <a:p>
                      <a:pPr>
                        <a:buNone/>
                      </a:pPr>
                      <a:r>
                        <a:rPr lang="en-US" sz="1200"/>
                        <a:t>The highest form of energy management is creating energy in others.</a:t>
                      </a:r>
                    </a:p>
                  </a:txBody>
                  <a:tcPr marL="475" marR="475" marT="238" marB="238" anchor="ctr">
                    <a:lnL>
                      <a:noFill/>
                    </a:lnL>
                    <a:lnR>
                      <a:noFill/>
                    </a:lnR>
                    <a:lnT>
                      <a:noFill/>
                    </a:lnT>
                    <a:lnB>
                      <a:noFill/>
                    </a:lnB>
                    <a:noFill/>
                  </a:tcPr>
                </a:tc>
                <a:extLst>
                  <a:ext uri="{0D108BD9-81ED-4DB2-BD59-A6C34878D82A}">
                    <a16:rowId xmlns:a16="http://schemas.microsoft.com/office/drawing/2014/main" val="4207000032"/>
                  </a:ext>
                </a:extLst>
              </a:tr>
              <a:tr h="243318">
                <a:tc>
                  <a:txBody>
                    <a:bodyPr/>
                    <a:lstStyle/>
                    <a:p>
                      <a:pPr>
                        <a:buNone/>
                      </a:pPr>
                      <a:r>
                        <a:rPr lang="en-US" sz="1200" dirty="0"/>
                        <a:t>Socrates and the Art of Questions</a:t>
                      </a:r>
                    </a:p>
                  </a:txBody>
                  <a:tcPr marL="475" marR="475" marT="238" marB="238" anchor="ctr">
                    <a:lnL>
                      <a:noFill/>
                    </a:lnL>
                    <a:lnR>
                      <a:noFill/>
                    </a:lnR>
                    <a:lnT>
                      <a:noFill/>
                    </a:lnT>
                    <a:lnB>
                      <a:noFill/>
                    </a:lnB>
                    <a:noFill/>
                  </a:tcPr>
                </a:tc>
                <a:tc>
                  <a:txBody>
                    <a:bodyPr/>
                    <a:lstStyle/>
                    <a:p>
                      <a:pPr>
                        <a:buNone/>
                      </a:pPr>
                      <a:r>
                        <a:rPr lang="en-US" sz="1200" dirty="0"/>
                        <a:t>Great leaders help others discover truths they cannot yet see for themselves.</a:t>
                      </a:r>
                    </a:p>
                  </a:txBody>
                  <a:tcPr marL="475" marR="475" marT="238" marB="238" anchor="ctr">
                    <a:lnL>
                      <a:noFill/>
                    </a:lnL>
                    <a:lnR>
                      <a:noFill/>
                    </a:lnR>
                    <a:lnT>
                      <a:noFill/>
                    </a:lnT>
                    <a:lnB>
                      <a:noFill/>
                    </a:lnB>
                    <a:noFill/>
                  </a:tcPr>
                </a:tc>
                <a:extLst>
                  <a:ext uri="{0D108BD9-81ED-4DB2-BD59-A6C34878D82A}">
                    <a16:rowId xmlns:a16="http://schemas.microsoft.com/office/drawing/2014/main" val="3207122222"/>
                  </a:ext>
                </a:extLst>
              </a:tr>
            </a:tbl>
          </a:graphicData>
        </a:graphic>
      </p:graphicFrame>
    </p:spTree>
    <p:extLst>
      <p:ext uri="{BB962C8B-B14F-4D97-AF65-F5344CB8AC3E}">
        <p14:creationId xmlns:p14="http://schemas.microsoft.com/office/powerpoint/2010/main" val="122315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394333-97DF-D7D2-5918-B6C00A02C4D4}"/>
              </a:ext>
            </a:extLst>
          </p:cNvPr>
          <p:cNvSpPr>
            <a:spLocks noGrp="1"/>
          </p:cNvSpPr>
          <p:nvPr>
            <p:ph type="body" sz="quarter" idx="19"/>
          </p:nvPr>
        </p:nvSpPr>
        <p:spPr/>
        <p:txBody>
          <a:bodyPr/>
          <a:lstStyle/>
          <a:p>
            <a:endParaRPr lang="en-US"/>
          </a:p>
        </p:txBody>
      </p:sp>
      <p:sp>
        <p:nvSpPr>
          <p:cNvPr id="3" name="Title 2">
            <a:extLst>
              <a:ext uri="{FF2B5EF4-FFF2-40B4-BE49-F238E27FC236}">
                <a16:creationId xmlns:a16="http://schemas.microsoft.com/office/drawing/2014/main" id="{8EAD553C-8FAB-2147-1293-E10606C24577}"/>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72E081B7-F2EB-04FB-339C-DF84842BF751}"/>
              </a:ext>
            </a:extLst>
          </p:cNvPr>
          <p:cNvSpPr>
            <a:spLocks noGrp="1"/>
          </p:cNvSpPr>
          <p:nvPr>
            <p:ph type="ftr" sz="quarter" idx="17"/>
          </p:nvPr>
        </p:nvSpPr>
        <p:spPr/>
        <p:txBody>
          <a:bodyPr/>
          <a:lstStyle/>
          <a:p>
            <a:pPr defTabSz="888980"/>
            <a:endParaRPr lang="de-DE" dirty="0"/>
          </a:p>
        </p:txBody>
      </p:sp>
      <p:sp>
        <p:nvSpPr>
          <p:cNvPr id="5" name="Text Placeholder 4">
            <a:extLst>
              <a:ext uri="{FF2B5EF4-FFF2-40B4-BE49-F238E27FC236}">
                <a16:creationId xmlns:a16="http://schemas.microsoft.com/office/drawing/2014/main" id="{E10CAE34-440B-2982-B325-5C700B71BAB0}"/>
              </a:ext>
            </a:extLst>
          </p:cNvPr>
          <p:cNvSpPr>
            <a:spLocks noGrp="1"/>
          </p:cNvSpPr>
          <p:nvPr>
            <p:ph type="body" sz="quarter" idx="14"/>
          </p:nvPr>
        </p:nvSpPr>
        <p:spPr/>
        <p:txBody>
          <a:bodyPr/>
          <a:lstStyle/>
          <a:p>
            <a:endParaRPr lang="en-US"/>
          </a:p>
        </p:txBody>
      </p:sp>
      <p:sp>
        <p:nvSpPr>
          <p:cNvPr id="6" name="Slide Number Placeholder 5">
            <a:extLst>
              <a:ext uri="{FF2B5EF4-FFF2-40B4-BE49-F238E27FC236}">
                <a16:creationId xmlns:a16="http://schemas.microsoft.com/office/drawing/2014/main" id="{041FE98B-FE6C-A699-ACC5-B2DF5100B200}"/>
              </a:ext>
            </a:extLst>
          </p:cNvPr>
          <p:cNvSpPr>
            <a:spLocks noGrp="1"/>
          </p:cNvSpPr>
          <p:nvPr>
            <p:ph type="sldNum" sz="quarter" idx="4"/>
          </p:nvPr>
        </p:nvSpPr>
        <p:spPr/>
        <p:txBody>
          <a:bodyPr/>
          <a:lstStyle/>
          <a:p>
            <a:pPr defTabSz="888980"/>
            <a:fld id="{3A65056A-10E9-40C8-A093-AA138EB7B919}" type="slidenum">
              <a:rPr lang="de-DE" smtClean="0"/>
              <a:pPr defTabSz="888980"/>
              <a:t>4</a:t>
            </a:fld>
            <a:endParaRPr lang="de-DE" dirty="0"/>
          </a:p>
        </p:txBody>
      </p:sp>
      <p:graphicFrame>
        <p:nvGraphicFramePr>
          <p:cNvPr id="7" name="Table 6">
            <a:extLst>
              <a:ext uri="{FF2B5EF4-FFF2-40B4-BE49-F238E27FC236}">
                <a16:creationId xmlns:a16="http://schemas.microsoft.com/office/drawing/2014/main" id="{AA644CA7-4162-DCD9-9A95-D4A117991DE0}"/>
              </a:ext>
            </a:extLst>
          </p:cNvPr>
          <p:cNvGraphicFramePr>
            <a:graphicFrameLocks noGrp="1"/>
          </p:cNvGraphicFramePr>
          <p:nvPr>
            <p:extLst>
              <p:ext uri="{D42A27DB-BD31-4B8C-83A1-F6EECF244321}">
                <p14:modId xmlns:p14="http://schemas.microsoft.com/office/powerpoint/2010/main" val="1380551380"/>
              </p:ext>
            </p:extLst>
          </p:nvPr>
        </p:nvGraphicFramePr>
        <p:xfrm>
          <a:off x="681725" y="1244904"/>
          <a:ext cx="12326252" cy="5874111"/>
        </p:xfrm>
        <a:graphic>
          <a:graphicData uri="http://schemas.openxmlformats.org/drawingml/2006/table">
            <a:tbl>
              <a:tblPr/>
              <a:tblGrid>
                <a:gridCol w="3081563">
                  <a:extLst>
                    <a:ext uri="{9D8B030D-6E8A-4147-A177-3AD203B41FA5}">
                      <a16:colId xmlns:a16="http://schemas.microsoft.com/office/drawing/2014/main" val="3001051484"/>
                    </a:ext>
                  </a:extLst>
                </a:gridCol>
                <a:gridCol w="3081563">
                  <a:extLst>
                    <a:ext uri="{9D8B030D-6E8A-4147-A177-3AD203B41FA5}">
                      <a16:colId xmlns:a16="http://schemas.microsoft.com/office/drawing/2014/main" val="1276671233"/>
                    </a:ext>
                  </a:extLst>
                </a:gridCol>
                <a:gridCol w="3081563">
                  <a:extLst>
                    <a:ext uri="{9D8B030D-6E8A-4147-A177-3AD203B41FA5}">
                      <a16:colId xmlns:a16="http://schemas.microsoft.com/office/drawing/2014/main" val="663228804"/>
                    </a:ext>
                  </a:extLst>
                </a:gridCol>
                <a:gridCol w="3081563">
                  <a:extLst>
                    <a:ext uri="{9D8B030D-6E8A-4147-A177-3AD203B41FA5}">
                      <a16:colId xmlns:a16="http://schemas.microsoft.com/office/drawing/2014/main" val="1868287507"/>
                    </a:ext>
                  </a:extLst>
                </a:gridCol>
              </a:tblGrid>
              <a:tr h="340656">
                <a:tc>
                  <a:txBody>
                    <a:bodyPr/>
                    <a:lstStyle/>
                    <a:p>
                      <a:pPr>
                        <a:buNone/>
                      </a:pPr>
                      <a:r>
                        <a:rPr lang="en-US" sz="1400" b="1" dirty="0"/>
                        <a:t>Purpose</a:t>
                      </a:r>
                    </a:p>
                  </a:txBody>
                  <a:tcPr marL="705" marR="705" marT="352" marB="352" anchor="ctr">
                    <a:lnL>
                      <a:noFill/>
                    </a:lnL>
                    <a:lnR>
                      <a:noFill/>
                    </a:lnR>
                    <a:lnT>
                      <a:noFill/>
                    </a:lnT>
                    <a:lnB>
                      <a:noFill/>
                    </a:lnB>
                    <a:noFill/>
                  </a:tcPr>
                </a:tc>
                <a:tc>
                  <a:txBody>
                    <a:bodyPr/>
                    <a:lstStyle/>
                    <a:p>
                      <a:pPr>
                        <a:buNone/>
                      </a:pPr>
                      <a:r>
                        <a:rPr lang="en-US" sz="1400" b="1" dirty="0"/>
                        <a:t>Trial 1 (Reflection)</a:t>
                      </a:r>
                    </a:p>
                  </a:txBody>
                  <a:tcPr marL="705" marR="705" marT="352" marB="352" anchor="ctr">
                    <a:lnL>
                      <a:noFill/>
                    </a:lnL>
                    <a:lnR>
                      <a:noFill/>
                    </a:lnR>
                    <a:lnT>
                      <a:noFill/>
                    </a:lnT>
                    <a:lnB>
                      <a:noFill/>
                    </a:lnB>
                    <a:noFill/>
                  </a:tcPr>
                </a:tc>
                <a:tc>
                  <a:txBody>
                    <a:bodyPr/>
                    <a:lstStyle/>
                    <a:p>
                      <a:pPr>
                        <a:buNone/>
                      </a:pPr>
                      <a:r>
                        <a:rPr lang="en-US" sz="1400" b="1" dirty="0"/>
                        <a:t>Trial 2 (Real World)</a:t>
                      </a:r>
                    </a:p>
                  </a:txBody>
                  <a:tcPr marL="705" marR="705" marT="352" marB="352" anchor="ctr">
                    <a:lnL>
                      <a:noFill/>
                    </a:lnL>
                    <a:lnR>
                      <a:noFill/>
                    </a:lnR>
                    <a:lnT>
                      <a:noFill/>
                    </a:lnT>
                    <a:lnB>
                      <a:noFill/>
                    </a:lnB>
                    <a:noFill/>
                  </a:tcPr>
                </a:tc>
                <a:tc>
                  <a:txBody>
                    <a:bodyPr/>
                    <a:lstStyle/>
                    <a:p>
                      <a:pPr>
                        <a:buNone/>
                      </a:pPr>
                      <a:r>
                        <a:rPr lang="en-US" sz="1400" b="1" dirty="0"/>
                        <a:t>Trial 3 (Behavioral Evidence)</a:t>
                      </a:r>
                    </a:p>
                  </a:txBody>
                  <a:tcPr marL="705" marR="705" marT="352" marB="352" anchor="ctr">
                    <a:lnL>
                      <a:noFill/>
                    </a:lnL>
                    <a:lnR>
                      <a:noFill/>
                    </a:lnR>
                    <a:lnT>
                      <a:noFill/>
                    </a:lnT>
                    <a:lnB>
                      <a:noFill/>
                    </a:lnB>
                    <a:noFill/>
                  </a:tcPr>
                </a:tc>
                <a:extLst>
                  <a:ext uri="{0D108BD9-81ED-4DB2-BD59-A6C34878D82A}">
                    <a16:rowId xmlns:a16="http://schemas.microsoft.com/office/drawing/2014/main" val="433237924"/>
                  </a:ext>
                </a:extLst>
              </a:tr>
              <a:tr h="558497">
                <a:tc>
                  <a:txBody>
                    <a:bodyPr/>
                    <a:lstStyle/>
                    <a:p>
                      <a:pPr>
                        <a:buNone/>
                      </a:pPr>
                      <a:r>
                        <a:rPr lang="en-US" sz="1400"/>
                        <a:t>Discover what truly matters and begin defining your direction.</a:t>
                      </a:r>
                    </a:p>
                  </a:txBody>
                  <a:tcPr marL="705" marR="705" marT="352" marB="352" anchor="ctr">
                    <a:lnL>
                      <a:noFill/>
                    </a:lnL>
                    <a:lnR>
                      <a:noFill/>
                    </a:lnR>
                    <a:lnT>
                      <a:noFill/>
                    </a:lnT>
                    <a:lnB>
                      <a:noFill/>
                    </a:lnB>
                    <a:noFill/>
                  </a:tcPr>
                </a:tc>
                <a:tc>
                  <a:txBody>
                    <a:bodyPr/>
                    <a:lstStyle/>
                    <a:p>
                      <a:pPr>
                        <a:buNone/>
                      </a:pPr>
                      <a:r>
                        <a:rPr lang="en-US" sz="1400" dirty="0"/>
                        <a:t>Reflect on a meaningful achievement and why it mattered.</a:t>
                      </a:r>
                    </a:p>
                  </a:txBody>
                  <a:tcPr marL="705" marR="705" marT="352" marB="352" anchor="ctr">
                    <a:lnL>
                      <a:noFill/>
                    </a:lnL>
                    <a:lnR>
                      <a:noFill/>
                    </a:lnR>
                    <a:lnT>
                      <a:noFill/>
                    </a:lnT>
                    <a:lnB>
                      <a:noFill/>
                    </a:lnB>
                    <a:solidFill>
                      <a:srgbClr val="2FA74D"/>
                    </a:solidFill>
                  </a:tcPr>
                </a:tc>
                <a:tc>
                  <a:txBody>
                    <a:bodyPr/>
                    <a:lstStyle/>
                    <a:p>
                      <a:pPr>
                        <a:buNone/>
                      </a:pPr>
                      <a:r>
                        <a:rPr lang="en-US" sz="1400" dirty="0"/>
                        <a:t>Share your vision with someone you trust and test its authenticity.</a:t>
                      </a:r>
                    </a:p>
                  </a:txBody>
                  <a:tcPr marL="705" marR="705" marT="352" marB="352" anchor="ctr">
                    <a:lnL>
                      <a:noFill/>
                    </a:lnL>
                    <a:lnR>
                      <a:noFill/>
                    </a:lnR>
                    <a:lnT>
                      <a:noFill/>
                    </a:lnT>
                    <a:lnB>
                      <a:noFill/>
                    </a:lnB>
                    <a:solidFill>
                      <a:srgbClr val="2FA74D"/>
                    </a:solidFill>
                  </a:tcPr>
                </a:tc>
                <a:tc>
                  <a:txBody>
                    <a:bodyPr/>
                    <a:lstStyle/>
                    <a:p>
                      <a:pPr>
                        <a:buNone/>
                      </a:pPr>
                      <a:r>
                        <a:rPr lang="en-US" sz="1400" dirty="0"/>
                        <a:t>Complete your vision, values, and strengths in Alfred.</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1211750513"/>
                  </a:ext>
                </a:extLst>
              </a:tr>
              <a:tr h="837285">
                <a:tc>
                  <a:txBody>
                    <a:bodyPr/>
                    <a:lstStyle/>
                    <a:p>
                      <a:pPr>
                        <a:buNone/>
                      </a:pPr>
                      <a:r>
                        <a:rPr lang="en-US" sz="1400"/>
                        <a:t>Understand the motivations behind your goals and align them with your values.</a:t>
                      </a:r>
                    </a:p>
                  </a:txBody>
                  <a:tcPr marL="705" marR="705" marT="352" marB="352" anchor="ctr">
                    <a:lnL>
                      <a:noFill/>
                    </a:lnL>
                    <a:lnR>
                      <a:noFill/>
                    </a:lnR>
                    <a:lnT>
                      <a:noFill/>
                    </a:lnT>
                    <a:lnB>
                      <a:noFill/>
                    </a:lnB>
                    <a:noFill/>
                  </a:tcPr>
                </a:tc>
                <a:tc>
                  <a:txBody>
                    <a:bodyPr/>
                    <a:lstStyle/>
                    <a:p>
                      <a:pPr>
                        <a:buNone/>
                      </a:pPr>
                      <a:r>
                        <a:rPr lang="en-US" sz="1400" dirty="0"/>
                        <a:t>Reflect on a goal you pursued for the wrong reasons.</a:t>
                      </a:r>
                    </a:p>
                  </a:txBody>
                  <a:tcPr marL="705" marR="705" marT="352" marB="352" anchor="ctr">
                    <a:lnL>
                      <a:noFill/>
                    </a:lnL>
                    <a:lnR>
                      <a:noFill/>
                    </a:lnR>
                    <a:lnT>
                      <a:noFill/>
                    </a:lnT>
                    <a:lnB>
                      <a:noFill/>
                    </a:lnB>
                    <a:solidFill>
                      <a:schemeClr val="accent5"/>
                    </a:solidFill>
                  </a:tcPr>
                </a:tc>
                <a:tc>
                  <a:txBody>
                    <a:bodyPr/>
                    <a:lstStyle/>
                    <a:p>
                      <a:pPr>
                        <a:buNone/>
                      </a:pPr>
                      <a:r>
                        <a:rPr lang="en-US" sz="1400" dirty="0"/>
                        <a:t>Discuss your values and how they connect to your vision.</a:t>
                      </a:r>
                    </a:p>
                  </a:txBody>
                  <a:tcPr marL="705" marR="705" marT="352" marB="352" anchor="ctr">
                    <a:lnL>
                      <a:noFill/>
                    </a:lnL>
                    <a:lnR>
                      <a:noFill/>
                    </a:lnR>
                    <a:lnT>
                      <a:noFill/>
                    </a:lnT>
                    <a:lnB>
                      <a:noFill/>
                    </a:lnB>
                    <a:solidFill>
                      <a:srgbClr val="2FA74D"/>
                    </a:solidFill>
                  </a:tcPr>
                </a:tc>
                <a:tc>
                  <a:txBody>
                    <a:bodyPr/>
                    <a:lstStyle/>
                    <a:p>
                      <a:pPr>
                        <a:buNone/>
                      </a:pPr>
                      <a:r>
                        <a:rPr lang="en-US" sz="1400" dirty="0"/>
                        <a:t>Journal on fulfillment, values, strengths, and energy.</a:t>
                      </a:r>
                    </a:p>
                  </a:txBody>
                  <a:tcPr marL="705" marR="705" marT="352" marB="352" anchor="ctr">
                    <a:lnL>
                      <a:noFill/>
                    </a:lnL>
                    <a:lnR>
                      <a:noFill/>
                    </a:lnR>
                    <a:lnT>
                      <a:noFill/>
                    </a:lnT>
                    <a:lnB>
                      <a:noFill/>
                    </a:lnB>
                    <a:solidFill>
                      <a:schemeClr val="accent5"/>
                    </a:solidFill>
                  </a:tcPr>
                </a:tc>
                <a:extLst>
                  <a:ext uri="{0D108BD9-81ED-4DB2-BD59-A6C34878D82A}">
                    <a16:rowId xmlns:a16="http://schemas.microsoft.com/office/drawing/2014/main" val="362855240"/>
                  </a:ext>
                </a:extLst>
              </a:tr>
              <a:tr h="558497">
                <a:tc>
                  <a:txBody>
                    <a:bodyPr/>
                    <a:lstStyle/>
                    <a:p>
                      <a:pPr>
                        <a:buNone/>
                      </a:pPr>
                      <a:r>
                        <a:rPr lang="en-US" sz="1400"/>
                        <a:t>Align your life, energy, strengths, and goals into a coherent whole.</a:t>
                      </a:r>
                    </a:p>
                  </a:txBody>
                  <a:tcPr marL="705" marR="705" marT="352" marB="352" anchor="ctr">
                    <a:lnL>
                      <a:noFill/>
                    </a:lnL>
                    <a:lnR>
                      <a:noFill/>
                    </a:lnR>
                    <a:lnT>
                      <a:noFill/>
                    </a:lnT>
                    <a:lnB>
                      <a:noFill/>
                    </a:lnB>
                    <a:noFill/>
                  </a:tcPr>
                </a:tc>
                <a:tc>
                  <a:txBody>
                    <a:bodyPr/>
                    <a:lstStyle/>
                    <a:p>
                      <a:pPr>
                        <a:buNone/>
                      </a:pPr>
                      <a:r>
                        <a:rPr lang="en-US" sz="1400" dirty="0"/>
                        <a:t>Identify patterns linking vision, values, strengths, and energy.</a:t>
                      </a:r>
                    </a:p>
                  </a:txBody>
                  <a:tcPr marL="705" marR="705" marT="352" marB="352" anchor="ctr">
                    <a:lnL>
                      <a:noFill/>
                    </a:lnL>
                    <a:lnR>
                      <a:noFill/>
                    </a:lnR>
                    <a:lnT>
                      <a:noFill/>
                    </a:lnT>
                    <a:lnB>
                      <a:noFill/>
                    </a:lnB>
                    <a:solidFill>
                      <a:srgbClr val="2FA74D"/>
                    </a:solidFill>
                  </a:tcPr>
                </a:tc>
                <a:tc>
                  <a:txBody>
                    <a:bodyPr/>
                    <a:lstStyle/>
                    <a:p>
                      <a:pPr>
                        <a:buNone/>
                      </a:pPr>
                      <a:r>
                        <a:rPr lang="en-US" sz="1400" dirty="0"/>
                        <a:t>Audit one life area and make an alignment change.</a:t>
                      </a:r>
                    </a:p>
                  </a:txBody>
                  <a:tcPr marL="705" marR="705" marT="352" marB="352" anchor="ctr">
                    <a:lnL>
                      <a:noFill/>
                    </a:lnL>
                    <a:lnR>
                      <a:noFill/>
                    </a:lnR>
                    <a:lnT>
                      <a:noFill/>
                    </a:lnT>
                    <a:lnB>
                      <a:noFill/>
                    </a:lnB>
                    <a:solidFill>
                      <a:srgbClr val="2FA74D"/>
                    </a:solidFill>
                  </a:tcPr>
                </a:tc>
                <a:tc>
                  <a:txBody>
                    <a:bodyPr/>
                    <a:lstStyle/>
                    <a:p>
                      <a:pPr>
                        <a:buNone/>
                      </a:pPr>
                      <a:r>
                        <a:rPr lang="en-US" sz="1400" dirty="0"/>
                        <a:t>Explicitly connect your vision to your values and strengths.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425798620"/>
                  </a:ext>
                </a:extLst>
              </a:tr>
              <a:tr h="558497">
                <a:tc>
                  <a:txBody>
                    <a:bodyPr/>
                    <a:lstStyle/>
                    <a:p>
                      <a:pPr>
                        <a:buNone/>
                      </a:pPr>
                      <a:r>
                        <a:rPr lang="en-US" sz="1400"/>
                        <a:t>Help others discover purpose, alignment, and direction.</a:t>
                      </a:r>
                    </a:p>
                  </a:txBody>
                  <a:tcPr marL="705" marR="705" marT="352" marB="352" anchor="ctr">
                    <a:lnL>
                      <a:noFill/>
                    </a:lnL>
                    <a:lnR>
                      <a:noFill/>
                    </a:lnR>
                    <a:lnT>
                      <a:noFill/>
                    </a:lnT>
                    <a:lnB>
                      <a:noFill/>
                    </a:lnB>
                    <a:noFill/>
                  </a:tcPr>
                </a:tc>
                <a:tc>
                  <a:txBody>
                    <a:bodyPr/>
                    <a:lstStyle/>
                    <a:p>
                      <a:pPr>
                        <a:buNone/>
                      </a:pPr>
                      <a:r>
                        <a:rPr lang="en-US" sz="1400" dirty="0"/>
                        <a:t>Distill the wisdom your journey has taught you.</a:t>
                      </a:r>
                    </a:p>
                  </a:txBody>
                  <a:tcPr marL="705" marR="705" marT="352" marB="352" anchor="ctr">
                    <a:lnL>
                      <a:noFill/>
                    </a:lnL>
                    <a:lnR>
                      <a:noFill/>
                    </a:lnR>
                    <a:lnT>
                      <a:noFill/>
                    </a:lnT>
                    <a:lnB>
                      <a:noFill/>
                    </a:lnB>
                    <a:solidFill>
                      <a:srgbClr val="FF8400"/>
                    </a:solidFill>
                  </a:tcPr>
                </a:tc>
                <a:tc>
                  <a:txBody>
                    <a:bodyPr/>
                    <a:lstStyle/>
                    <a:p>
                      <a:pPr>
                        <a:buNone/>
                      </a:pPr>
                      <a:r>
                        <a:rPr lang="en-US" sz="1400" dirty="0"/>
                        <a:t>Help another person clarify their strengths, values, and vision.</a:t>
                      </a:r>
                    </a:p>
                  </a:txBody>
                  <a:tcPr marL="705" marR="705" marT="352" marB="352" anchor="ctr">
                    <a:lnL>
                      <a:noFill/>
                    </a:lnL>
                    <a:lnR>
                      <a:noFill/>
                    </a:lnR>
                    <a:lnT>
                      <a:noFill/>
                    </a:lnT>
                    <a:lnB>
                      <a:noFill/>
                    </a:lnB>
                    <a:solidFill>
                      <a:srgbClr val="2FA74D"/>
                    </a:solidFill>
                  </a:tcPr>
                </a:tc>
                <a:tc>
                  <a:txBody>
                    <a:bodyPr/>
                    <a:lstStyle/>
                    <a:p>
                      <a:pPr>
                        <a:buNone/>
                      </a:pPr>
                      <a:r>
                        <a:rPr lang="en-US" sz="1400" dirty="0"/>
                        <a:t>Build a support network around your vision and theirs.</a:t>
                      </a:r>
                    </a:p>
                  </a:txBody>
                  <a:tcPr marL="705" marR="705" marT="352" marB="352" anchor="ctr">
                    <a:lnL>
                      <a:noFill/>
                    </a:lnL>
                    <a:lnR>
                      <a:noFill/>
                    </a:lnR>
                    <a:lnT>
                      <a:noFill/>
                    </a:lnT>
                    <a:lnB>
                      <a:noFill/>
                    </a:lnB>
                    <a:solidFill>
                      <a:srgbClr val="FF8400"/>
                    </a:solidFill>
                  </a:tcPr>
                </a:tc>
                <a:extLst>
                  <a:ext uri="{0D108BD9-81ED-4DB2-BD59-A6C34878D82A}">
                    <a16:rowId xmlns:a16="http://schemas.microsoft.com/office/drawing/2014/main" val="2977116723"/>
                  </a:ext>
                </a:extLst>
              </a:tr>
              <a:tr h="229115">
                <a:tc>
                  <a:txBody>
                    <a:bodyPr/>
                    <a:lstStyle/>
                    <a:p>
                      <a:pPr>
                        <a:buNone/>
                      </a:pPr>
                      <a:endParaRPr lang="en-US" sz="1400" dirty="0"/>
                    </a:p>
                  </a:txBody>
                  <a:tcPr marL="705" marR="705" marT="352" marB="352" anchor="ctr">
                    <a:lnL>
                      <a:noFill/>
                    </a:lnL>
                    <a:lnR>
                      <a:noFill/>
                    </a:lnR>
                    <a:lnT>
                      <a:noFill/>
                    </a:lnT>
                    <a:lnB>
                      <a:noFill/>
                    </a:lnB>
                    <a:solidFill>
                      <a:schemeClr val="tx1"/>
                    </a:solidFill>
                  </a:tcPr>
                </a:tc>
                <a:tc>
                  <a:txBody>
                    <a:bodyPr/>
                    <a:lstStyle/>
                    <a:p>
                      <a:pPr>
                        <a:buNone/>
                      </a:pPr>
                      <a:endParaRPr lang="en-US" sz="1400" dirty="0"/>
                    </a:p>
                  </a:txBody>
                  <a:tcPr marL="705" marR="705" marT="352" marB="352" anchor="ctr">
                    <a:lnL>
                      <a:noFill/>
                    </a:lnL>
                    <a:lnR>
                      <a:noFill/>
                    </a:lnR>
                    <a:lnT>
                      <a:noFill/>
                    </a:lnT>
                    <a:lnB>
                      <a:noFill/>
                    </a:lnB>
                    <a:solidFill>
                      <a:schemeClr val="tx1"/>
                    </a:solidFill>
                  </a:tcPr>
                </a:tc>
                <a:tc>
                  <a:txBody>
                    <a:bodyPr/>
                    <a:lstStyle/>
                    <a:p>
                      <a:pPr>
                        <a:buNone/>
                      </a:pPr>
                      <a:endParaRPr lang="en-US" sz="1400" dirty="0"/>
                    </a:p>
                  </a:txBody>
                  <a:tcPr marL="705" marR="705" marT="352" marB="352" anchor="ctr">
                    <a:lnL>
                      <a:noFill/>
                    </a:lnL>
                    <a:lnR>
                      <a:noFill/>
                    </a:lnR>
                    <a:lnT>
                      <a:noFill/>
                    </a:lnT>
                    <a:lnB>
                      <a:noFill/>
                    </a:lnB>
                    <a:solidFill>
                      <a:schemeClr val="tx1"/>
                    </a:solidFill>
                  </a:tcPr>
                </a:tc>
                <a:tc>
                  <a:txBody>
                    <a:bodyPr/>
                    <a:lstStyle/>
                    <a:p>
                      <a:pPr>
                        <a:buNone/>
                      </a:pPr>
                      <a:endParaRPr lang="en-US" sz="1400" dirty="0"/>
                    </a:p>
                  </a:txBody>
                  <a:tcPr marL="705" marR="705" marT="352" marB="352" anchor="ctr">
                    <a:lnL>
                      <a:noFill/>
                    </a:lnL>
                    <a:lnR>
                      <a:noFill/>
                    </a:lnR>
                    <a:lnT>
                      <a:noFill/>
                    </a:lnT>
                    <a:lnB>
                      <a:noFill/>
                    </a:lnB>
                    <a:solidFill>
                      <a:schemeClr val="tx1"/>
                    </a:solidFill>
                  </a:tcPr>
                </a:tc>
                <a:extLst>
                  <a:ext uri="{0D108BD9-81ED-4DB2-BD59-A6C34878D82A}">
                    <a16:rowId xmlns:a16="http://schemas.microsoft.com/office/drawing/2014/main" val="1197645600"/>
                  </a:ext>
                </a:extLst>
              </a:tr>
              <a:tr h="837285">
                <a:tc>
                  <a:txBody>
                    <a:bodyPr/>
                    <a:lstStyle/>
                    <a:p>
                      <a:pPr>
                        <a:buNone/>
                      </a:pPr>
                      <a:r>
                        <a:rPr lang="en-US" sz="1400"/>
                        <a:t>Develop self-awareness and understand how you show up as a leader.</a:t>
                      </a:r>
                    </a:p>
                  </a:txBody>
                  <a:tcPr marL="705" marR="705" marT="352" marB="352" anchor="ctr">
                    <a:lnL>
                      <a:noFill/>
                    </a:lnL>
                    <a:lnR>
                      <a:noFill/>
                    </a:lnR>
                    <a:lnT>
                      <a:noFill/>
                    </a:lnT>
                    <a:lnB>
                      <a:noFill/>
                    </a:lnB>
                    <a:noFill/>
                  </a:tcPr>
                </a:tc>
                <a:tc>
                  <a:txBody>
                    <a:bodyPr/>
                    <a:lstStyle/>
                    <a:p>
                      <a:pPr>
                        <a:buNone/>
                      </a:pPr>
                      <a:r>
                        <a:rPr lang="en-US" sz="1400" dirty="0"/>
                        <a:t>Define your leadership style.</a:t>
                      </a:r>
                    </a:p>
                  </a:txBody>
                  <a:tcPr marL="705" marR="705" marT="352" marB="352" anchor="ctr">
                    <a:lnL>
                      <a:noFill/>
                    </a:lnL>
                    <a:lnR>
                      <a:noFill/>
                    </a:lnR>
                    <a:lnT>
                      <a:noFill/>
                    </a:lnT>
                    <a:lnB>
                      <a:noFill/>
                    </a:lnB>
                    <a:solidFill>
                      <a:srgbClr val="2FA74D"/>
                    </a:solidFill>
                  </a:tcPr>
                </a:tc>
                <a:tc>
                  <a:txBody>
                    <a:bodyPr/>
                    <a:lstStyle/>
                    <a:p>
                      <a:pPr>
                        <a:buNone/>
                      </a:pPr>
                      <a:r>
                        <a:rPr lang="en-US" sz="1400" dirty="0"/>
                        <a:t>Gather feedback on how others experience your leadership.</a:t>
                      </a:r>
                    </a:p>
                  </a:txBody>
                  <a:tcPr marL="705" marR="705" marT="352" marB="352" anchor="ctr">
                    <a:lnL>
                      <a:noFill/>
                    </a:lnL>
                    <a:lnR>
                      <a:noFill/>
                    </a:lnR>
                    <a:lnT>
                      <a:noFill/>
                    </a:lnT>
                    <a:lnB>
                      <a:noFill/>
                    </a:lnB>
                    <a:solidFill>
                      <a:srgbClr val="2FA74D"/>
                    </a:solidFill>
                  </a:tcPr>
                </a:tc>
                <a:tc>
                  <a:txBody>
                    <a:bodyPr/>
                    <a:lstStyle/>
                    <a:p>
                      <a:pPr>
                        <a:buNone/>
                      </a:pPr>
                      <a:r>
                        <a:rPr lang="en-US" sz="1400" dirty="0"/>
                        <a:t>Build your team foundation in Alfred.</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2967508980"/>
                  </a:ext>
                </a:extLst>
              </a:tr>
              <a:tr h="837285">
                <a:tc>
                  <a:txBody>
                    <a:bodyPr/>
                    <a:lstStyle/>
                    <a:p>
                      <a:pPr>
                        <a:buNone/>
                      </a:pPr>
                      <a:r>
                        <a:rPr lang="en-US" sz="1400" dirty="0">
                          <a:solidFill>
                            <a:schemeClr val="tx1"/>
                          </a:solidFill>
                        </a:rPr>
                        <a:t>Understand the impact your behavior has on others.</a:t>
                      </a:r>
                    </a:p>
                  </a:txBody>
                  <a:tcPr marL="705" marR="705" marT="352" marB="352" anchor="ctr">
                    <a:lnL>
                      <a:noFill/>
                    </a:lnL>
                    <a:lnR>
                      <a:noFill/>
                    </a:lnR>
                    <a:lnT>
                      <a:noFill/>
                    </a:lnT>
                    <a:lnB>
                      <a:noFill/>
                    </a:lnB>
                    <a:noFill/>
                  </a:tcPr>
                </a:tc>
                <a:tc>
                  <a:txBody>
                    <a:bodyPr/>
                    <a:lstStyle/>
                    <a:p>
                      <a:pPr>
                        <a:buNone/>
                      </a:pPr>
                      <a:r>
                        <a:rPr lang="en-US" sz="1400" dirty="0"/>
                        <a:t>Reflect on the ripples your leadership creates.</a:t>
                      </a:r>
                    </a:p>
                  </a:txBody>
                  <a:tcPr marL="705" marR="705" marT="352" marB="352" anchor="ctr">
                    <a:lnL>
                      <a:noFill/>
                    </a:lnL>
                    <a:lnR>
                      <a:noFill/>
                    </a:lnR>
                    <a:lnT>
                      <a:noFill/>
                    </a:lnT>
                    <a:lnB>
                      <a:noFill/>
                    </a:lnB>
                    <a:solidFill>
                      <a:srgbClr val="2FA74D"/>
                    </a:solidFill>
                  </a:tcPr>
                </a:tc>
                <a:tc>
                  <a:txBody>
                    <a:bodyPr/>
                    <a:lstStyle/>
                    <a:p>
                      <a:pPr>
                        <a:buNone/>
                      </a:pPr>
                      <a:r>
                        <a:rPr lang="en-US" sz="1400" dirty="0"/>
                        <a:t>Seek communication or leadership feedback.</a:t>
                      </a:r>
                    </a:p>
                  </a:txBody>
                  <a:tcPr marL="705" marR="705" marT="352" marB="352" anchor="ctr">
                    <a:lnL>
                      <a:noFill/>
                    </a:lnL>
                    <a:lnR>
                      <a:noFill/>
                    </a:lnR>
                    <a:lnT>
                      <a:noFill/>
                    </a:lnT>
                    <a:lnB>
                      <a:noFill/>
                    </a:lnB>
                    <a:solidFill>
                      <a:srgbClr val="FF8400"/>
                    </a:solidFill>
                  </a:tcPr>
                </a:tc>
                <a:tc>
                  <a:txBody>
                    <a:bodyPr/>
                    <a:lstStyle/>
                    <a:p>
                      <a:pPr>
                        <a:buNone/>
                      </a:pPr>
                      <a:r>
                        <a:rPr lang="en-US" sz="1400" dirty="0"/>
                        <a:t>Deeply understand the strengths, weaknesses, and aspirations of your team.</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1866011082"/>
                  </a:ext>
                </a:extLst>
              </a:tr>
              <a:tr h="558497">
                <a:tc>
                  <a:txBody>
                    <a:bodyPr/>
                    <a:lstStyle/>
                    <a:p>
                      <a:pPr>
                        <a:buNone/>
                      </a:pPr>
                      <a:r>
                        <a:rPr lang="en-US" sz="1400" dirty="0">
                          <a:solidFill>
                            <a:schemeClr val="tx1"/>
                          </a:solidFill>
                        </a:rPr>
                        <a:t>Build capability in others through trust and delegation.</a:t>
                      </a:r>
                    </a:p>
                  </a:txBody>
                  <a:tcPr marL="705" marR="705" marT="352" marB="352" anchor="ctr">
                    <a:lnL>
                      <a:noFill/>
                    </a:lnL>
                    <a:lnR>
                      <a:noFill/>
                    </a:lnR>
                    <a:lnT>
                      <a:noFill/>
                    </a:lnT>
                    <a:lnB>
                      <a:noFill/>
                    </a:lnB>
                    <a:noFill/>
                  </a:tcPr>
                </a:tc>
                <a:tc>
                  <a:txBody>
                    <a:bodyPr/>
                    <a:lstStyle/>
                    <a:p>
                      <a:pPr>
                        <a:buNone/>
                      </a:pPr>
                      <a:r>
                        <a:rPr lang="en-US" sz="1400" dirty="0"/>
                        <a:t>Reflect on the leaders who inspired you.</a:t>
                      </a:r>
                    </a:p>
                  </a:txBody>
                  <a:tcPr marL="705" marR="705" marT="352" marB="352" anchor="ctr">
                    <a:lnL>
                      <a:noFill/>
                    </a:lnL>
                    <a:lnR>
                      <a:noFill/>
                    </a:lnR>
                    <a:lnT>
                      <a:noFill/>
                    </a:lnT>
                    <a:lnB>
                      <a:noFill/>
                    </a:lnB>
                    <a:solidFill>
                      <a:srgbClr val="2FA74D"/>
                    </a:solidFill>
                  </a:tcPr>
                </a:tc>
                <a:tc>
                  <a:txBody>
                    <a:bodyPr/>
                    <a:lstStyle/>
                    <a:p>
                      <a:pPr>
                        <a:buNone/>
                      </a:pPr>
                      <a:r>
                        <a:rPr lang="en-US" sz="1400"/>
                        <a:t>Delegate meaningful responsibility and resist taking it back.</a:t>
                      </a:r>
                    </a:p>
                  </a:txBody>
                  <a:tcPr marL="705" marR="705" marT="352" marB="352" anchor="ctr">
                    <a:lnL>
                      <a:noFill/>
                    </a:lnL>
                    <a:lnR>
                      <a:noFill/>
                    </a:lnR>
                    <a:lnT>
                      <a:noFill/>
                    </a:lnT>
                    <a:lnB>
                      <a:noFill/>
                    </a:lnB>
                    <a:solidFill>
                      <a:srgbClr val="2FA74D"/>
                    </a:solidFill>
                  </a:tcPr>
                </a:tc>
                <a:tc>
                  <a:txBody>
                    <a:bodyPr/>
                    <a:lstStyle/>
                    <a:p>
                      <a:pPr>
                        <a:buNone/>
                      </a:pPr>
                      <a:r>
                        <a:rPr lang="en-US" sz="1400"/>
                        <a:t>Conduct team reviews and check-ins.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919491438"/>
                  </a:ext>
                </a:extLst>
              </a:tr>
              <a:tr h="558497">
                <a:tc>
                  <a:txBody>
                    <a:bodyPr/>
                    <a:lstStyle/>
                    <a:p>
                      <a:pPr>
                        <a:buNone/>
                      </a:pPr>
                      <a:r>
                        <a:rPr lang="en-US" sz="1400" dirty="0">
                          <a:solidFill>
                            <a:schemeClr val="tx1"/>
                          </a:solidFill>
                        </a:rPr>
                        <a:t>Multiply leadership by developing others.</a:t>
                      </a:r>
                    </a:p>
                  </a:txBody>
                  <a:tcPr marL="705" marR="705" marT="352" marB="352" anchor="ctr">
                    <a:lnL>
                      <a:noFill/>
                    </a:lnL>
                    <a:lnR>
                      <a:noFill/>
                    </a:lnR>
                    <a:lnT>
                      <a:noFill/>
                    </a:lnT>
                    <a:lnB>
                      <a:noFill/>
                    </a:lnB>
                    <a:noFill/>
                  </a:tcPr>
                </a:tc>
                <a:tc>
                  <a:txBody>
                    <a:bodyPr/>
                    <a:lstStyle/>
                    <a:p>
                      <a:pPr>
                        <a:buNone/>
                      </a:pPr>
                      <a:r>
                        <a:rPr lang="en-US" sz="1400"/>
                        <a:t>Define the leadership legacy you want to leave.</a:t>
                      </a:r>
                    </a:p>
                  </a:txBody>
                  <a:tcPr marL="705" marR="705" marT="352" marB="352" anchor="ctr">
                    <a:lnL>
                      <a:noFill/>
                    </a:lnL>
                    <a:lnR>
                      <a:noFill/>
                    </a:lnR>
                    <a:lnT>
                      <a:noFill/>
                    </a:lnT>
                    <a:lnB>
                      <a:noFill/>
                    </a:lnB>
                    <a:solidFill>
                      <a:srgbClr val="2FA74D"/>
                    </a:solidFill>
                  </a:tcPr>
                </a:tc>
                <a:tc>
                  <a:txBody>
                    <a:bodyPr/>
                    <a:lstStyle/>
                    <a:p>
                      <a:pPr>
                        <a:buNone/>
                      </a:pPr>
                      <a:r>
                        <a:rPr lang="en-US" sz="1400" dirty="0"/>
                        <a:t>Mentor, coach, or support another person.</a:t>
                      </a:r>
                    </a:p>
                  </a:txBody>
                  <a:tcPr marL="705" marR="705" marT="352" marB="352" anchor="ctr">
                    <a:lnL>
                      <a:noFill/>
                    </a:lnL>
                    <a:lnR>
                      <a:noFill/>
                    </a:lnR>
                    <a:lnT>
                      <a:noFill/>
                    </a:lnT>
                    <a:lnB>
                      <a:noFill/>
                    </a:lnB>
                    <a:solidFill>
                      <a:srgbClr val="2FA74D"/>
                    </a:solidFill>
                  </a:tcPr>
                </a:tc>
                <a:tc>
                  <a:txBody>
                    <a:bodyPr/>
                    <a:lstStyle/>
                    <a:p>
                      <a:pPr>
                        <a:buNone/>
                      </a:pPr>
                      <a:r>
                        <a:rPr lang="en-US" sz="1400" dirty="0"/>
                        <a:t>Demonstrate evidence of developing and empowering others.</a:t>
                      </a:r>
                    </a:p>
                  </a:txBody>
                  <a:tcPr marL="705" marR="705" marT="352" marB="352" anchor="ctr">
                    <a:lnL>
                      <a:noFill/>
                    </a:lnL>
                    <a:lnR>
                      <a:noFill/>
                    </a:lnR>
                    <a:lnT>
                      <a:noFill/>
                    </a:lnT>
                    <a:lnB>
                      <a:noFill/>
                    </a:lnB>
                    <a:solidFill>
                      <a:schemeClr val="accent5"/>
                    </a:solidFill>
                  </a:tcPr>
                </a:tc>
                <a:extLst>
                  <a:ext uri="{0D108BD9-81ED-4DB2-BD59-A6C34878D82A}">
                    <a16:rowId xmlns:a16="http://schemas.microsoft.com/office/drawing/2014/main" val="4102219793"/>
                  </a:ext>
                </a:extLst>
              </a:tr>
            </a:tbl>
          </a:graphicData>
        </a:graphic>
      </p:graphicFrame>
    </p:spTree>
    <p:extLst>
      <p:ext uri="{BB962C8B-B14F-4D97-AF65-F5344CB8AC3E}">
        <p14:creationId xmlns:p14="http://schemas.microsoft.com/office/powerpoint/2010/main" val="4216312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344B2-871F-ECC8-0030-9D541030F4F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1FDD24E-9C48-7356-6DF7-A78F6B936DD8}"/>
              </a:ext>
            </a:extLst>
          </p:cNvPr>
          <p:cNvSpPr>
            <a:spLocks noGrp="1"/>
          </p:cNvSpPr>
          <p:nvPr>
            <p:ph type="body" sz="quarter" idx="19"/>
          </p:nvPr>
        </p:nvSpPr>
        <p:spPr/>
        <p:txBody>
          <a:bodyPr/>
          <a:lstStyle/>
          <a:p>
            <a:endParaRPr lang="en-US"/>
          </a:p>
        </p:txBody>
      </p:sp>
      <p:sp>
        <p:nvSpPr>
          <p:cNvPr id="3" name="Title 2">
            <a:extLst>
              <a:ext uri="{FF2B5EF4-FFF2-40B4-BE49-F238E27FC236}">
                <a16:creationId xmlns:a16="http://schemas.microsoft.com/office/drawing/2014/main" id="{AA5D58B0-50F6-2B75-CA94-79733DA05312}"/>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5D565CEF-A284-4B2E-0DAD-FD969B5150FA}"/>
              </a:ext>
            </a:extLst>
          </p:cNvPr>
          <p:cNvSpPr>
            <a:spLocks noGrp="1"/>
          </p:cNvSpPr>
          <p:nvPr>
            <p:ph type="ftr" sz="quarter" idx="17"/>
          </p:nvPr>
        </p:nvSpPr>
        <p:spPr/>
        <p:txBody>
          <a:bodyPr/>
          <a:lstStyle/>
          <a:p>
            <a:pPr defTabSz="888980"/>
            <a:endParaRPr lang="de-DE" dirty="0"/>
          </a:p>
        </p:txBody>
      </p:sp>
      <p:sp>
        <p:nvSpPr>
          <p:cNvPr id="5" name="Text Placeholder 4">
            <a:extLst>
              <a:ext uri="{FF2B5EF4-FFF2-40B4-BE49-F238E27FC236}">
                <a16:creationId xmlns:a16="http://schemas.microsoft.com/office/drawing/2014/main" id="{688EDF82-8BCE-11DC-0952-76B068B843F6}"/>
              </a:ext>
            </a:extLst>
          </p:cNvPr>
          <p:cNvSpPr>
            <a:spLocks noGrp="1"/>
          </p:cNvSpPr>
          <p:nvPr>
            <p:ph type="body" sz="quarter" idx="14"/>
          </p:nvPr>
        </p:nvSpPr>
        <p:spPr/>
        <p:txBody>
          <a:bodyPr/>
          <a:lstStyle/>
          <a:p>
            <a:endParaRPr lang="en-US"/>
          </a:p>
        </p:txBody>
      </p:sp>
      <p:sp>
        <p:nvSpPr>
          <p:cNvPr id="6" name="Slide Number Placeholder 5">
            <a:extLst>
              <a:ext uri="{FF2B5EF4-FFF2-40B4-BE49-F238E27FC236}">
                <a16:creationId xmlns:a16="http://schemas.microsoft.com/office/drawing/2014/main" id="{AF9B18D8-85DB-3657-5896-B24878758E8F}"/>
              </a:ext>
            </a:extLst>
          </p:cNvPr>
          <p:cNvSpPr>
            <a:spLocks noGrp="1"/>
          </p:cNvSpPr>
          <p:nvPr>
            <p:ph type="sldNum" sz="quarter" idx="4"/>
          </p:nvPr>
        </p:nvSpPr>
        <p:spPr/>
        <p:txBody>
          <a:bodyPr/>
          <a:lstStyle/>
          <a:p>
            <a:pPr defTabSz="888980"/>
            <a:fld id="{3A65056A-10E9-40C8-A093-AA138EB7B919}" type="slidenum">
              <a:rPr lang="de-DE" smtClean="0"/>
              <a:pPr defTabSz="888980"/>
              <a:t>5</a:t>
            </a:fld>
            <a:endParaRPr lang="de-DE" dirty="0"/>
          </a:p>
        </p:txBody>
      </p:sp>
      <p:graphicFrame>
        <p:nvGraphicFramePr>
          <p:cNvPr id="7" name="Table 6">
            <a:extLst>
              <a:ext uri="{FF2B5EF4-FFF2-40B4-BE49-F238E27FC236}">
                <a16:creationId xmlns:a16="http://schemas.microsoft.com/office/drawing/2014/main" id="{FB74A649-2BE8-A594-89C0-47CBE6A21942}"/>
              </a:ext>
            </a:extLst>
          </p:cNvPr>
          <p:cNvGraphicFramePr>
            <a:graphicFrameLocks noGrp="1"/>
          </p:cNvGraphicFramePr>
          <p:nvPr>
            <p:extLst>
              <p:ext uri="{D42A27DB-BD31-4B8C-83A1-F6EECF244321}">
                <p14:modId xmlns:p14="http://schemas.microsoft.com/office/powerpoint/2010/main" val="152529317"/>
              </p:ext>
            </p:extLst>
          </p:nvPr>
        </p:nvGraphicFramePr>
        <p:xfrm>
          <a:off x="681725" y="1244905"/>
          <a:ext cx="12326252" cy="5864568"/>
        </p:xfrm>
        <a:graphic>
          <a:graphicData uri="http://schemas.openxmlformats.org/drawingml/2006/table">
            <a:tbl>
              <a:tblPr/>
              <a:tblGrid>
                <a:gridCol w="3081563">
                  <a:extLst>
                    <a:ext uri="{9D8B030D-6E8A-4147-A177-3AD203B41FA5}">
                      <a16:colId xmlns:a16="http://schemas.microsoft.com/office/drawing/2014/main" val="3001051484"/>
                    </a:ext>
                  </a:extLst>
                </a:gridCol>
                <a:gridCol w="3081563">
                  <a:extLst>
                    <a:ext uri="{9D8B030D-6E8A-4147-A177-3AD203B41FA5}">
                      <a16:colId xmlns:a16="http://schemas.microsoft.com/office/drawing/2014/main" val="1276671233"/>
                    </a:ext>
                  </a:extLst>
                </a:gridCol>
                <a:gridCol w="3081563">
                  <a:extLst>
                    <a:ext uri="{9D8B030D-6E8A-4147-A177-3AD203B41FA5}">
                      <a16:colId xmlns:a16="http://schemas.microsoft.com/office/drawing/2014/main" val="663228804"/>
                    </a:ext>
                  </a:extLst>
                </a:gridCol>
                <a:gridCol w="3081563">
                  <a:extLst>
                    <a:ext uri="{9D8B030D-6E8A-4147-A177-3AD203B41FA5}">
                      <a16:colId xmlns:a16="http://schemas.microsoft.com/office/drawing/2014/main" val="1868287507"/>
                    </a:ext>
                  </a:extLst>
                </a:gridCol>
              </a:tblGrid>
              <a:tr h="260708">
                <a:tc>
                  <a:txBody>
                    <a:bodyPr/>
                    <a:lstStyle/>
                    <a:p>
                      <a:pPr>
                        <a:buNone/>
                      </a:pPr>
                      <a:r>
                        <a:rPr lang="en-US" sz="1400" b="1" dirty="0"/>
                        <a:t>Purpose</a:t>
                      </a:r>
                    </a:p>
                  </a:txBody>
                  <a:tcPr marL="705" marR="705" marT="352" marB="352" anchor="ctr">
                    <a:lnL>
                      <a:noFill/>
                    </a:lnL>
                    <a:lnR>
                      <a:noFill/>
                    </a:lnR>
                    <a:lnT>
                      <a:noFill/>
                    </a:lnT>
                    <a:lnB>
                      <a:noFill/>
                    </a:lnB>
                    <a:noFill/>
                  </a:tcPr>
                </a:tc>
                <a:tc>
                  <a:txBody>
                    <a:bodyPr/>
                    <a:lstStyle/>
                    <a:p>
                      <a:pPr>
                        <a:buNone/>
                      </a:pPr>
                      <a:r>
                        <a:rPr lang="en-US" sz="1400" b="1" dirty="0"/>
                        <a:t>Trial 1 (Reflection)</a:t>
                      </a:r>
                    </a:p>
                  </a:txBody>
                  <a:tcPr marL="705" marR="705" marT="352" marB="352" anchor="ctr">
                    <a:lnL>
                      <a:noFill/>
                    </a:lnL>
                    <a:lnR>
                      <a:noFill/>
                    </a:lnR>
                    <a:lnT>
                      <a:noFill/>
                    </a:lnT>
                    <a:lnB>
                      <a:noFill/>
                    </a:lnB>
                    <a:noFill/>
                  </a:tcPr>
                </a:tc>
                <a:tc>
                  <a:txBody>
                    <a:bodyPr/>
                    <a:lstStyle/>
                    <a:p>
                      <a:pPr>
                        <a:buNone/>
                      </a:pPr>
                      <a:r>
                        <a:rPr lang="en-US" sz="1400" b="1" dirty="0"/>
                        <a:t>Trial 2 (Real World)</a:t>
                      </a:r>
                    </a:p>
                  </a:txBody>
                  <a:tcPr marL="705" marR="705" marT="352" marB="352" anchor="ctr">
                    <a:lnL>
                      <a:noFill/>
                    </a:lnL>
                    <a:lnR>
                      <a:noFill/>
                    </a:lnR>
                    <a:lnT>
                      <a:noFill/>
                    </a:lnT>
                    <a:lnB>
                      <a:noFill/>
                    </a:lnB>
                    <a:noFill/>
                  </a:tcPr>
                </a:tc>
                <a:tc>
                  <a:txBody>
                    <a:bodyPr/>
                    <a:lstStyle/>
                    <a:p>
                      <a:pPr>
                        <a:buNone/>
                      </a:pPr>
                      <a:r>
                        <a:rPr lang="en-US" sz="1400" b="1" dirty="0"/>
                        <a:t>Trial 3 (Behavioral Evidence)</a:t>
                      </a:r>
                    </a:p>
                  </a:txBody>
                  <a:tcPr marL="705" marR="705" marT="352" marB="352" anchor="ctr">
                    <a:lnL>
                      <a:noFill/>
                    </a:lnL>
                    <a:lnR>
                      <a:noFill/>
                    </a:lnR>
                    <a:lnT>
                      <a:noFill/>
                    </a:lnT>
                    <a:lnB>
                      <a:noFill/>
                    </a:lnB>
                    <a:noFill/>
                  </a:tcPr>
                </a:tc>
                <a:extLst>
                  <a:ext uri="{0D108BD9-81ED-4DB2-BD59-A6C34878D82A}">
                    <a16:rowId xmlns:a16="http://schemas.microsoft.com/office/drawing/2014/main" val="433237924"/>
                  </a:ext>
                </a:extLst>
              </a:tr>
              <a:tr h="260708">
                <a:tc>
                  <a:txBody>
                    <a:bodyPr/>
                    <a:lstStyle/>
                    <a:p>
                      <a:pPr>
                        <a:buNone/>
                      </a:pPr>
                      <a:r>
                        <a:rPr lang="en-US" sz="1400" dirty="0"/>
                        <a:t>Understand the power of discipline and consistent execution.</a:t>
                      </a:r>
                    </a:p>
                  </a:txBody>
                  <a:tcPr marL="705" marR="705" marT="352" marB="352" anchor="ctr">
                    <a:lnL>
                      <a:noFill/>
                    </a:lnL>
                    <a:lnR>
                      <a:noFill/>
                    </a:lnR>
                    <a:lnT>
                      <a:noFill/>
                    </a:lnT>
                    <a:lnB>
                      <a:noFill/>
                    </a:lnB>
                    <a:noFill/>
                  </a:tcPr>
                </a:tc>
                <a:tc>
                  <a:txBody>
                    <a:bodyPr/>
                    <a:lstStyle/>
                    <a:p>
                      <a:pPr>
                        <a:buNone/>
                      </a:pPr>
                      <a:r>
                        <a:rPr lang="en-US" sz="1400" dirty="0"/>
                        <a:t>Reflect on how discipline compounds over time.</a:t>
                      </a:r>
                    </a:p>
                  </a:txBody>
                  <a:tcPr marL="705" marR="705" marT="352" marB="352" anchor="ctr">
                    <a:lnL>
                      <a:noFill/>
                    </a:lnL>
                    <a:lnR>
                      <a:noFill/>
                    </a:lnR>
                    <a:lnT>
                      <a:noFill/>
                    </a:lnT>
                    <a:lnB>
                      <a:noFill/>
                    </a:lnB>
                    <a:solidFill>
                      <a:srgbClr val="2FA74D"/>
                    </a:solidFill>
                  </a:tcPr>
                </a:tc>
                <a:tc>
                  <a:txBody>
                    <a:bodyPr/>
                    <a:lstStyle/>
                    <a:p>
                      <a:pPr>
                        <a:buNone/>
                      </a:pPr>
                      <a:r>
                        <a:rPr lang="en-US" sz="1400" dirty="0"/>
                        <a:t>Build a daily discipline habit.</a:t>
                      </a:r>
                    </a:p>
                  </a:txBody>
                  <a:tcPr marL="705" marR="705" marT="352" marB="352" anchor="ctr">
                    <a:lnL>
                      <a:noFill/>
                    </a:lnL>
                    <a:lnR>
                      <a:noFill/>
                    </a:lnR>
                    <a:lnT>
                      <a:noFill/>
                    </a:lnT>
                    <a:lnB>
                      <a:noFill/>
                    </a:lnB>
                    <a:solidFill>
                      <a:srgbClr val="2FA74D"/>
                    </a:solidFill>
                  </a:tcPr>
                </a:tc>
                <a:tc>
                  <a:txBody>
                    <a:bodyPr/>
                    <a:lstStyle/>
                    <a:p>
                      <a:pPr>
                        <a:buNone/>
                      </a:pPr>
                      <a:r>
                        <a:rPr lang="en-US" sz="1400" dirty="0"/>
                        <a:t>Capture and prioritize commitments in Alfred.</a:t>
                      </a:r>
                    </a:p>
                  </a:txBody>
                  <a:tcPr marL="705" marR="705" marT="352" marB="352" anchor="ctr">
                    <a:lnL>
                      <a:noFill/>
                    </a:lnL>
                    <a:lnR>
                      <a:noFill/>
                    </a:lnR>
                    <a:lnT>
                      <a:noFill/>
                    </a:lnT>
                    <a:lnB>
                      <a:noFill/>
                    </a:lnB>
                    <a:solidFill>
                      <a:schemeClr val="accent5"/>
                    </a:solidFill>
                  </a:tcPr>
                </a:tc>
                <a:extLst>
                  <a:ext uri="{0D108BD9-81ED-4DB2-BD59-A6C34878D82A}">
                    <a16:rowId xmlns:a16="http://schemas.microsoft.com/office/drawing/2014/main" val="146148160"/>
                  </a:ext>
                </a:extLst>
              </a:tr>
              <a:tr h="260708">
                <a:tc>
                  <a:txBody>
                    <a:bodyPr/>
                    <a:lstStyle/>
                    <a:p>
                      <a:pPr>
                        <a:buNone/>
                      </a:pPr>
                      <a:r>
                        <a:rPr lang="en-US" sz="1400" dirty="0"/>
                        <a:t>Understand the emotional forces that undermine execution.</a:t>
                      </a:r>
                    </a:p>
                  </a:txBody>
                  <a:tcPr marL="705" marR="705" marT="352" marB="352" anchor="ctr">
                    <a:lnL>
                      <a:noFill/>
                    </a:lnL>
                    <a:lnR>
                      <a:noFill/>
                    </a:lnR>
                    <a:lnT>
                      <a:noFill/>
                    </a:lnT>
                    <a:lnB>
                      <a:noFill/>
                    </a:lnB>
                    <a:noFill/>
                  </a:tcPr>
                </a:tc>
                <a:tc>
                  <a:txBody>
                    <a:bodyPr/>
                    <a:lstStyle/>
                    <a:p>
                      <a:pPr>
                        <a:buNone/>
                      </a:pPr>
                      <a:r>
                        <a:rPr lang="en-US" sz="1400" dirty="0"/>
                        <a:t>Identify recurring resistance patterns.</a:t>
                      </a:r>
                    </a:p>
                  </a:txBody>
                  <a:tcPr marL="705" marR="705" marT="352" marB="352" anchor="ctr">
                    <a:lnL>
                      <a:noFill/>
                    </a:lnL>
                    <a:lnR>
                      <a:noFill/>
                    </a:lnR>
                    <a:lnT>
                      <a:noFill/>
                    </a:lnT>
                    <a:lnB>
                      <a:noFill/>
                    </a:lnB>
                    <a:solidFill>
                      <a:srgbClr val="2FA74D"/>
                    </a:solidFill>
                  </a:tcPr>
                </a:tc>
                <a:tc>
                  <a:txBody>
                    <a:bodyPr/>
                    <a:lstStyle/>
                    <a:p>
                      <a:pPr>
                        <a:buNone/>
                      </a:pPr>
                      <a:r>
                        <a:rPr lang="en-US" sz="1400" dirty="0"/>
                        <a:t>Prioritize intentionally for a week.</a:t>
                      </a:r>
                    </a:p>
                  </a:txBody>
                  <a:tcPr marL="705" marR="705" marT="352" marB="352" anchor="ctr">
                    <a:lnL>
                      <a:noFill/>
                    </a:lnL>
                    <a:lnR>
                      <a:noFill/>
                    </a:lnR>
                    <a:lnT>
                      <a:noFill/>
                    </a:lnT>
                    <a:lnB>
                      <a:noFill/>
                    </a:lnB>
                    <a:solidFill>
                      <a:srgbClr val="2FA74D"/>
                    </a:solidFill>
                  </a:tcPr>
                </a:tc>
                <a:tc>
                  <a:txBody>
                    <a:bodyPr/>
                    <a:lstStyle/>
                    <a:p>
                      <a:pPr>
                        <a:buNone/>
                      </a:pPr>
                      <a:r>
                        <a:rPr lang="en-US" sz="1400"/>
                        <a:t>Consistently use your task management system.</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533799815"/>
                  </a:ext>
                </a:extLst>
              </a:tr>
              <a:tr h="260708">
                <a:tc>
                  <a:txBody>
                    <a:bodyPr/>
                    <a:lstStyle/>
                    <a:p>
                      <a:pPr>
                        <a:buNone/>
                      </a:pPr>
                      <a:r>
                        <a:rPr lang="en-US" sz="1400" dirty="0"/>
                        <a:t>Build systems that make execution easier and more reliable.</a:t>
                      </a:r>
                    </a:p>
                  </a:txBody>
                  <a:tcPr marL="705" marR="705" marT="352" marB="352" anchor="ctr">
                    <a:lnL>
                      <a:noFill/>
                    </a:lnL>
                    <a:lnR>
                      <a:noFill/>
                    </a:lnR>
                    <a:lnT>
                      <a:noFill/>
                    </a:lnT>
                    <a:lnB>
                      <a:noFill/>
                    </a:lnB>
                    <a:noFill/>
                  </a:tcPr>
                </a:tc>
                <a:tc>
                  <a:txBody>
                    <a:bodyPr/>
                    <a:lstStyle/>
                    <a:p>
                      <a:pPr>
                        <a:buNone/>
                      </a:pPr>
                      <a:r>
                        <a:rPr lang="en-US" sz="1400" dirty="0"/>
                        <a:t>Reflect on the relationship between discipline, focus, and performance.</a:t>
                      </a:r>
                    </a:p>
                  </a:txBody>
                  <a:tcPr marL="705" marR="705" marT="352" marB="352" anchor="ctr">
                    <a:lnL>
                      <a:noFill/>
                    </a:lnL>
                    <a:lnR>
                      <a:noFill/>
                    </a:lnR>
                    <a:lnT>
                      <a:noFill/>
                    </a:lnT>
                    <a:lnB>
                      <a:noFill/>
                    </a:lnB>
                    <a:solidFill>
                      <a:srgbClr val="2FA74D"/>
                    </a:solidFill>
                  </a:tcPr>
                </a:tc>
                <a:tc>
                  <a:txBody>
                    <a:bodyPr/>
                    <a:lstStyle/>
                    <a:p>
                      <a:pPr>
                        <a:buNone/>
                      </a:pPr>
                      <a:r>
                        <a:rPr lang="en-US" sz="1400" dirty="0"/>
                        <a:t>Eliminate a recurring distraction through system design.</a:t>
                      </a:r>
                    </a:p>
                  </a:txBody>
                  <a:tcPr marL="705" marR="705" marT="352" marB="352" anchor="ctr">
                    <a:lnL>
                      <a:noFill/>
                    </a:lnL>
                    <a:lnR>
                      <a:noFill/>
                    </a:lnR>
                    <a:lnT>
                      <a:noFill/>
                    </a:lnT>
                    <a:lnB>
                      <a:noFill/>
                    </a:lnB>
                    <a:solidFill>
                      <a:srgbClr val="2FA74D"/>
                    </a:solidFill>
                  </a:tcPr>
                </a:tc>
                <a:tc>
                  <a:txBody>
                    <a:bodyPr/>
                    <a:lstStyle/>
                    <a:p>
                      <a:pPr>
                        <a:buNone/>
                      </a:pPr>
                      <a:r>
                        <a:rPr lang="en-US" sz="1400" dirty="0"/>
                        <a:t>Train and refine your prioritization system.</a:t>
                      </a:r>
                    </a:p>
                  </a:txBody>
                  <a:tcPr marL="705" marR="705" marT="352" marB="352" anchor="ctr">
                    <a:lnL>
                      <a:noFill/>
                    </a:lnL>
                    <a:lnR>
                      <a:noFill/>
                    </a:lnR>
                    <a:lnT>
                      <a:noFill/>
                    </a:lnT>
                    <a:lnB>
                      <a:noFill/>
                    </a:lnB>
                    <a:solidFill>
                      <a:schemeClr val="accent5"/>
                    </a:solidFill>
                  </a:tcPr>
                </a:tc>
                <a:extLst>
                  <a:ext uri="{0D108BD9-81ED-4DB2-BD59-A6C34878D82A}">
                    <a16:rowId xmlns:a16="http://schemas.microsoft.com/office/drawing/2014/main" val="1569390715"/>
                  </a:ext>
                </a:extLst>
              </a:tr>
              <a:tr h="260708">
                <a:tc>
                  <a:txBody>
                    <a:bodyPr/>
                    <a:lstStyle/>
                    <a:p>
                      <a:pPr>
                        <a:buNone/>
                      </a:pPr>
                      <a:r>
                        <a:rPr lang="en-US" sz="1400" dirty="0"/>
                        <a:t>Create operating models that enable teams to execute consistently.</a:t>
                      </a:r>
                    </a:p>
                  </a:txBody>
                  <a:tcPr marL="705" marR="705" marT="352" marB="352" anchor="ctr">
                    <a:lnL>
                      <a:noFill/>
                    </a:lnL>
                    <a:lnR>
                      <a:noFill/>
                    </a:lnR>
                    <a:lnT>
                      <a:noFill/>
                    </a:lnT>
                    <a:lnB>
                      <a:noFill/>
                    </a:lnB>
                    <a:noFill/>
                  </a:tcPr>
                </a:tc>
                <a:tc>
                  <a:txBody>
                    <a:bodyPr/>
                    <a:lstStyle/>
                    <a:p>
                      <a:pPr>
                        <a:buNone/>
                      </a:pPr>
                      <a:r>
                        <a:rPr lang="en-US" sz="1400" dirty="0"/>
                        <a:t>Distill your execution principles.</a:t>
                      </a:r>
                    </a:p>
                  </a:txBody>
                  <a:tcPr marL="705" marR="705" marT="352" marB="352" anchor="ctr">
                    <a:lnL>
                      <a:noFill/>
                    </a:lnL>
                    <a:lnR>
                      <a:noFill/>
                    </a:lnR>
                    <a:lnT>
                      <a:noFill/>
                    </a:lnT>
                    <a:lnB>
                      <a:noFill/>
                    </a:lnB>
                    <a:solidFill>
                      <a:schemeClr val="accent5"/>
                    </a:solidFill>
                  </a:tcPr>
                </a:tc>
                <a:tc>
                  <a:txBody>
                    <a:bodyPr/>
                    <a:lstStyle/>
                    <a:p>
                      <a:pPr>
                        <a:buNone/>
                      </a:pPr>
                      <a:r>
                        <a:rPr lang="en-US" sz="1400"/>
                        <a:t>Help another person improve their execution system.</a:t>
                      </a:r>
                    </a:p>
                  </a:txBody>
                  <a:tcPr marL="705" marR="705" marT="352" marB="352" anchor="ctr">
                    <a:lnL>
                      <a:noFill/>
                    </a:lnL>
                    <a:lnR>
                      <a:noFill/>
                    </a:lnR>
                    <a:lnT>
                      <a:noFill/>
                    </a:lnT>
                    <a:lnB>
                      <a:noFill/>
                    </a:lnB>
                    <a:solidFill>
                      <a:srgbClr val="2FA74D"/>
                    </a:solidFill>
                  </a:tcPr>
                </a:tc>
                <a:tc>
                  <a:txBody>
                    <a:bodyPr/>
                    <a:lstStyle/>
                    <a:p>
                      <a:pPr>
                        <a:buNone/>
                      </a:pPr>
                      <a:r>
                        <a:rPr lang="en-US" sz="1400" dirty="0"/>
                        <a:t>Update and improve your executive operating model.</a:t>
                      </a:r>
                    </a:p>
                  </a:txBody>
                  <a:tcPr marL="705" marR="705" marT="352" marB="352" anchor="ctr">
                    <a:lnL>
                      <a:noFill/>
                    </a:lnL>
                    <a:lnR>
                      <a:noFill/>
                    </a:lnR>
                    <a:lnT>
                      <a:noFill/>
                    </a:lnT>
                    <a:lnB>
                      <a:noFill/>
                    </a:lnB>
                    <a:solidFill>
                      <a:schemeClr val="accent5"/>
                    </a:solidFill>
                  </a:tcPr>
                </a:tc>
                <a:extLst>
                  <a:ext uri="{0D108BD9-81ED-4DB2-BD59-A6C34878D82A}">
                    <a16:rowId xmlns:a16="http://schemas.microsoft.com/office/drawing/2014/main" val="2221915350"/>
                  </a:ext>
                </a:extLst>
              </a:tr>
              <a:tr h="155212">
                <a:tc>
                  <a:txBody>
                    <a:bodyPr/>
                    <a:lstStyle/>
                    <a:p>
                      <a:pPr>
                        <a:buNone/>
                      </a:pPr>
                      <a:endParaRPr lang="en-US" sz="1400"/>
                    </a:p>
                  </a:txBody>
                  <a:tcPr marL="705" marR="705" marT="352" marB="352" anchor="ctr">
                    <a:lnL>
                      <a:noFill/>
                    </a:lnL>
                    <a:lnR>
                      <a:noFill/>
                    </a:lnR>
                    <a:lnT>
                      <a:noFill/>
                    </a:lnT>
                    <a:lnB>
                      <a:noFill/>
                    </a:lnB>
                    <a:solidFill>
                      <a:schemeClr val="tx1"/>
                    </a:solidFill>
                  </a:tcPr>
                </a:tc>
                <a:tc>
                  <a:txBody>
                    <a:bodyPr/>
                    <a:lstStyle/>
                    <a:p>
                      <a:pPr>
                        <a:buNone/>
                      </a:pPr>
                      <a:endParaRPr lang="en-US" sz="1400"/>
                    </a:p>
                  </a:txBody>
                  <a:tcPr marL="705" marR="705" marT="352" marB="352" anchor="ctr">
                    <a:lnL>
                      <a:noFill/>
                    </a:lnL>
                    <a:lnR>
                      <a:noFill/>
                    </a:lnR>
                    <a:lnT>
                      <a:noFill/>
                    </a:lnT>
                    <a:lnB>
                      <a:noFill/>
                    </a:lnB>
                    <a:solidFill>
                      <a:schemeClr val="tx1"/>
                    </a:solidFill>
                  </a:tcPr>
                </a:tc>
                <a:tc>
                  <a:txBody>
                    <a:bodyPr/>
                    <a:lstStyle/>
                    <a:p>
                      <a:pPr>
                        <a:buNone/>
                      </a:pPr>
                      <a:endParaRPr lang="en-US" sz="1400"/>
                    </a:p>
                  </a:txBody>
                  <a:tcPr marL="705" marR="705" marT="352" marB="352" anchor="ctr">
                    <a:lnL>
                      <a:noFill/>
                    </a:lnL>
                    <a:lnR>
                      <a:noFill/>
                    </a:lnR>
                    <a:lnT>
                      <a:noFill/>
                    </a:lnT>
                    <a:lnB>
                      <a:noFill/>
                    </a:lnB>
                    <a:solidFill>
                      <a:schemeClr val="tx1"/>
                    </a:solidFill>
                  </a:tcPr>
                </a:tc>
                <a:tc>
                  <a:txBody>
                    <a:bodyPr/>
                    <a:lstStyle/>
                    <a:p>
                      <a:pPr>
                        <a:buNone/>
                      </a:pPr>
                      <a:endParaRPr lang="en-US" sz="1400" dirty="0"/>
                    </a:p>
                  </a:txBody>
                  <a:tcPr marL="705" marR="705" marT="352" marB="352" anchor="ctr">
                    <a:lnL>
                      <a:noFill/>
                    </a:lnL>
                    <a:lnR>
                      <a:noFill/>
                    </a:lnR>
                    <a:lnT>
                      <a:noFill/>
                    </a:lnT>
                    <a:lnB>
                      <a:noFill/>
                    </a:lnB>
                    <a:solidFill>
                      <a:schemeClr val="tx1"/>
                    </a:solidFill>
                  </a:tcPr>
                </a:tc>
                <a:extLst>
                  <a:ext uri="{0D108BD9-81ED-4DB2-BD59-A6C34878D82A}">
                    <a16:rowId xmlns:a16="http://schemas.microsoft.com/office/drawing/2014/main" val="3226367526"/>
                  </a:ext>
                </a:extLst>
              </a:tr>
              <a:tr h="260708">
                <a:tc>
                  <a:txBody>
                    <a:bodyPr/>
                    <a:lstStyle/>
                    <a:p>
                      <a:pPr>
                        <a:buNone/>
                      </a:pPr>
                      <a:r>
                        <a:rPr lang="en-US" sz="1400"/>
                        <a:t>Recognize that energy is finite and learn to observe it.</a:t>
                      </a:r>
                    </a:p>
                  </a:txBody>
                  <a:tcPr marL="705" marR="705" marT="352" marB="352" anchor="ctr">
                    <a:lnL>
                      <a:noFill/>
                    </a:lnL>
                    <a:lnR>
                      <a:noFill/>
                    </a:lnR>
                    <a:lnT>
                      <a:noFill/>
                    </a:lnT>
                    <a:lnB>
                      <a:noFill/>
                    </a:lnB>
                    <a:noFill/>
                  </a:tcPr>
                </a:tc>
                <a:tc>
                  <a:txBody>
                    <a:bodyPr/>
                    <a:lstStyle/>
                    <a:p>
                      <a:pPr>
                        <a:buNone/>
                      </a:pPr>
                      <a:r>
                        <a:rPr lang="en-US" sz="1400" dirty="0"/>
                        <a:t>Reflect on the cost of running empty.</a:t>
                      </a:r>
                    </a:p>
                  </a:txBody>
                  <a:tcPr marL="705" marR="705" marT="352" marB="352" anchor="ctr">
                    <a:lnL>
                      <a:noFill/>
                    </a:lnL>
                    <a:lnR>
                      <a:noFill/>
                    </a:lnR>
                    <a:lnT>
                      <a:noFill/>
                    </a:lnT>
                    <a:lnB>
                      <a:noFill/>
                    </a:lnB>
                    <a:solidFill>
                      <a:srgbClr val="2FA74D"/>
                    </a:solidFill>
                  </a:tcPr>
                </a:tc>
                <a:tc>
                  <a:txBody>
                    <a:bodyPr/>
                    <a:lstStyle/>
                    <a:p>
                      <a:pPr>
                        <a:buNone/>
                      </a:pPr>
                      <a:r>
                        <a:rPr lang="en-US" sz="1400" dirty="0"/>
                        <a:t>Conduct a </a:t>
                      </a:r>
                      <a:r>
                        <a:rPr lang="en-US" sz="1400" dirty="0">
                          <a:solidFill>
                            <a:srgbClr val="FF0000"/>
                          </a:solidFill>
                        </a:rPr>
                        <a:t>one-week</a:t>
                      </a:r>
                      <a:r>
                        <a:rPr lang="en-US" sz="1400" dirty="0"/>
                        <a:t> energy audit.</a:t>
                      </a:r>
                    </a:p>
                  </a:txBody>
                  <a:tcPr marL="705" marR="705" marT="352" marB="352" anchor="ctr">
                    <a:lnL>
                      <a:noFill/>
                    </a:lnL>
                    <a:lnR>
                      <a:noFill/>
                    </a:lnR>
                    <a:lnT>
                      <a:noFill/>
                    </a:lnT>
                    <a:lnB>
                      <a:noFill/>
                    </a:lnB>
                    <a:solidFill>
                      <a:srgbClr val="2FA74D"/>
                    </a:solidFill>
                  </a:tcPr>
                </a:tc>
                <a:tc>
                  <a:txBody>
                    <a:bodyPr/>
                    <a:lstStyle/>
                    <a:p>
                      <a:pPr>
                        <a:buNone/>
                      </a:pPr>
                      <a:r>
                        <a:rPr lang="en-US" sz="1400" dirty="0"/>
                        <a:t>Map your energy sources, drains, and recovery process.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1403786564"/>
                  </a:ext>
                </a:extLst>
              </a:tr>
              <a:tr h="260708">
                <a:tc>
                  <a:txBody>
                    <a:bodyPr/>
                    <a:lstStyle/>
                    <a:p>
                      <a:pPr>
                        <a:buNone/>
                      </a:pPr>
                      <a:r>
                        <a:rPr lang="en-US" sz="1400"/>
                        <a:t>Learn how to restore and renew your energy.</a:t>
                      </a:r>
                    </a:p>
                  </a:txBody>
                  <a:tcPr marL="705" marR="705" marT="352" marB="352" anchor="ctr">
                    <a:lnL>
                      <a:noFill/>
                    </a:lnL>
                    <a:lnR>
                      <a:noFill/>
                    </a:lnR>
                    <a:lnT>
                      <a:noFill/>
                    </a:lnT>
                    <a:lnB>
                      <a:noFill/>
                    </a:lnB>
                    <a:noFill/>
                  </a:tcPr>
                </a:tc>
                <a:tc>
                  <a:txBody>
                    <a:bodyPr/>
                    <a:lstStyle/>
                    <a:p>
                      <a:pPr>
                        <a:buNone/>
                      </a:pPr>
                      <a:r>
                        <a:rPr lang="en-US" sz="1400"/>
                        <a:t>Reflect on the relationship between recovery and performance.</a:t>
                      </a:r>
                    </a:p>
                  </a:txBody>
                  <a:tcPr marL="705" marR="705" marT="352" marB="352" anchor="ctr">
                    <a:lnL>
                      <a:noFill/>
                    </a:lnL>
                    <a:lnR>
                      <a:noFill/>
                    </a:lnR>
                    <a:lnT>
                      <a:noFill/>
                    </a:lnT>
                    <a:lnB>
                      <a:noFill/>
                    </a:lnB>
                    <a:solidFill>
                      <a:srgbClr val="2FA74D"/>
                    </a:solidFill>
                  </a:tcPr>
                </a:tc>
                <a:tc>
                  <a:txBody>
                    <a:bodyPr/>
                    <a:lstStyle/>
                    <a:p>
                      <a:pPr>
                        <a:buNone/>
                      </a:pPr>
                      <a:r>
                        <a:rPr lang="en-US" sz="1400" dirty="0"/>
                        <a:t>Experiment with recovery practices.</a:t>
                      </a:r>
                    </a:p>
                  </a:txBody>
                  <a:tcPr marL="705" marR="705" marT="352" marB="352" anchor="ctr">
                    <a:lnL>
                      <a:noFill/>
                    </a:lnL>
                    <a:lnR>
                      <a:noFill/>
                    </a:lnR>
                    <a:lnT>
                      <a:noFill/>
                    </a:lnT>
                    <a:lnB>
                      <a:noFill/>
                    </a:lnB>
                    <a:solidFill>
                      <a:schemeClr val="accent5"/>
                    </a:solidFill>
                  </a:tcPr>
                </a:tc>
                <a:tc>
                  <a:txBody>
                    <a:bodyPr/>
                    <a:lstStyle/>
                    <a:p>
                      <a:pPr>
                        <a:buNone/>
                      </a:pPr>
                      <a:r>
                        <a:rPr lang="en-US" sz="1400" dirty="0"/>
                        <a:t>Build recovery habits.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333676459"/>
                  </a:ext>
                </a:extLst>
              </a:tr>
              <a:tr h="260708">
                <a:tc>
                  <a:txBody>
                    <a:bodyPr/>
                    <a:lstStyle/>
                    <a:p>
                      <a:pPr>
                        <a:buNone/>
                      </a:pPr>
                      <a:r>
                        <a:rPr lang="en-US" sz="1400"/>
                        <a:t>Invest energy intentionally and protect it through systems.</a:t>
                      </a:r>
                    </a:p>
                  </a:txBody>
                  <a:tcPr marL="705" marR="705" marT="352" marB="352" anchor="ctr">
                    <a:lnL>
                      <a:noFill/>
                    </a:lnL>
                    <a:lnR>
                      <a:noFill/>
                    </a:lnR>
                    <a:lnT>
                      <a:noFill/>
                    </a:lnT>
                    <a:lnB>
                      <a:noFill/>
                    </a:lnB>
                    <a:noFill/>
                  </a:tcPr>
                </a:tc>
                <a:tc>
                  <a:txBody>
                    <a:bodyPr/>
                    <a:lstStyle/>
                    <a:p>
                      <a:pPr>
                        <a:buNone/>
                      </a:pPr>
                      <a:r>
                        <a:rPr lang="en-US" sz="1400"/>
                        <a:t>Analyze how you allocate energy.</a:t>
                      </a:r>
                    </a:p>
                  </a:txBody>
                  <a:tcPr marL="705" marR="705" marT="352" marB="352" anchor="ctr">
                    <a:lnL>
                      <a:noFill/>
                    </a:lnL>
                    <a:lnR>
                      <a:noFill/>
                    </a:lnR>
                    <a:lnT>
                      <a:noFill/>
                    </a:lnT>
                    <a:lnB>
                      <a:noFill/>
                    </a:lnB>
                    <a:solidFill>
                      <a:srgbClr val="2FA74D"/>
                    </a:solidFill>
                  </a:tcPr>
                </a:tc>
                <a:tc>
                  <a:txBody>
                    <a:bodyPr/>
                    <a:lstStyle/>
                    <a:p>
                      <a:pPr>
                        <a:buNone/>
                      </a:pPr>
                      <a:r>
                        <a:rPr lang="en-US" sz="1400" dirty="0"/>
                        <a:t>Eliminate a recurring energy leak.</a:t>
                      </a:r>
                    </a:p>
                  </a:txBody>
                  <a:tcPr marL="705" marR="705" marT="352" marB="352" anchor="ctr">
                    <a:lnL>
                      <a:noFill/>
                    </a:lnL>
                    <a:lnR>
                      <a:noFill/>
                    </a:lnR>
                    <a:lnT>
                      <a:noFill/>
                    </a:lnT>
                    <a:lnB>
                      <a:noFill/>
                    </a:lnB>
                    <a:solidFill>
                      <a:srgbClr val="2FA74D"/>
                    </a:solidFill>
                  </a:tcPr>
                </a:tc>
                <a:tc>
                  <a:txBody>
                    <a:bodyPr/>
                    <a:lstStyle/>
                    <a:p>
                      <a:pPr>
                        <a:buNone/>
                      </a:pPr>
                      <a:r>
                        <a:rPr lang="en-US" sz="1400" dirty="0"/>
                        <a:t>Operate your energy management system consistently.</a:t>
                      </a:r>
                    </a:p>
                  </a:txBody>
                  <a:tcPr marL="705" marR="705" marT="352" marB="352" anchor="ctr">
                    <a:lnL>
                      <a:noFill/>
                    </a:lnL>
                    <a:lnR>
                      <a:noFill/>
                    </a:lnR>
                    <a:lnT>
                      <a:noFill/>
                    </a:lnT>
                    <a:lnB>
                      <a:noFill/>
                    </a:lnB>
                    <a:solidFill>
                      <a:schemeClr val="accent5"/>
                    </a:solidFill>
                  </a:tcPr>
                </a:tc>
                <a:extLst>
                  <a:ext uri="{0D108BD9-81ED-4DB2-BD59-A6C34878D82A}">
                    <a16:rowId xmlns:a16="http://schemas.microsoft.com/office/drawing/2014/main" val="123931746"/>
                  </a:ext>
                </a:extLst>
              </a:tr>
              <a:tr h="260708">
                <a:tc>
                  <a:txBody>
                    <a:bodyPr/>
                    <a:lstStyle/>
                    <a:p>
                      <a:pPr>
                        <a:buNone/>
                      </a:pPr>
                      <a:r>
                        <a:rPr lang="en-US" sz="1400"/>
                        <a:t>Become a source of energy for others.</a:t>
                      </a:r>
                    </a:p>
                  </a:txBody>
                  <a:tcPr marL="705" marR="705" marT="352" marB="352" anchor="ctr">
                    <a:lnL>
                      <a:noFill/>
                    </a:lnL>
                    <a:lnR>
                      <a:noFill/>
                    </a:lnR>
                    <a:lnT>
                      <a:noFill/>
                    </a:lnT>
                    <a:lnB>
                      <a:noFill/>
                    </a:lnB>
                    <a:noFill/>
                  </a:tcPr>
                </a:tc>
                <a:tc>
                  <a:txBody>
                    <a:bodyPr/>
                    <a:lstStyle/>
                    <a:p>
                      <a:pPr>
                        <a:buNone/>
                      </a:pPr>
                      <a:r>
                        <a:rPr lang="en-US" sz="1400"/>
                        <a:t>Reflect on the energy you create in others.</a:t>
                      </a:r>
                    </a:p>
                  </a:txBody>
                  <a:tcPr marL="705" marR="705" marT="352" marB="352" anchor="ctr">
                    <a:lnL>
                      <a:noFill/>
                    </a:lnL>
                    <a:lnR>
                      <a:noFill/>
                    </a:lnR>
                    <a:lnT>
                      <a:noFill/>
                    </a:lnT>
                    <a:lnB>
                      <a:noFill/>
                    </a:lnB>
                    <a:solidFill>
                      <a:srgbClr val="2FA74D"/>
                    </a:solidFill>
                  </a:tcPr>
                </a:tc>
                <a:tc>
                  <a:txBody>
                    <a:bodyPr/>
                    <a:lstStyle/>
                    <a:p>
                      <a:pPr>
                        <a:buNone/>
                      </a:pPr>
                      <a:r>
                        <a:rPr lang="en-US" sz="1400"/>
                        <a:t>Help another person improve resilience or recovery.</a:t>
                      </a:r>
                    </a:p>
                  </a:txBody>
                  <a:tcPr marL="705" marR="705" marT="352" marB="352" anchor="ctr">
                    <a:lnL>
                      <a:noFill/>
                    </a:lnL>
                    <a:lnR>
                      <a:noFill/>
                    </a:lnR>
                    <a:lnT>
                      <a:noFill/>
                    </a:lnT>
                    <a:lnB>
                      <a:noFill/>
                    </a:lnB>
                    <a:solidFill>
                      <a:srgbClr val="2FA74D"/>
                    </a:solidFill>
                  </a:tcPr>
                </a:tc>
                <a:tc>
                  <a:txBody>
                    <a:bodyPr/>
                    <a:lstStyle/>
                    <a:p>
                      <a:pPr>
                        <a:buNone/>
                      </a:pPr>
                      <a:r>
                        <a:rPr lang="en-US" sz="1400" dirty="0"/>
                        <a:t>Document examples of energizing others.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4260861102"/>
                  </a:ext>
                </a:extLst>
              </a:tr>
              <a:tr h="260708">
                <a:tc>
                  <a:txBody>
                    <a:bodyPr/>
                    <a:lstStyle/>
                    <a:p>
                      <a:pPr>
                        <a:buNone/>
                      </a:pPr>
                      <a:endParaRPr lang="en-US" sz="1400"/>
                    </a:p>
                  </a:txBody>
                  <a:tcPr marL="705" marR="705" marT="352" marB="352" anchor="ctr">
                    <a:lnL>
                      <a:noFill/>
                    </a:lnL>
                    <a:lnR>
                      <a:noFill/>
                    </a:lnR>
                    <a:lnT>
                      <a:noFill/>
                    </a:lnT>
                    <a:lnB>
                      <a:noFill/>
                    </a:lnB>
                    <a:solidFill>
                      <a:schemeClr val="tx1"/>
                    </a:solidFill>
                  </a:tcPr>
                </a:tc>
                <a:tc>
                  <a:txBody>
                    <a:bodyPr/>
                    <a:lstStyle/>
                    <a:p>
                      <a:pPr>
                        <a:buNone/>
                      </a:pPr>
                      <a:endParaRPr lang="en-US" sz="1400"/>
                    </a:p>
                  </a:txBody>
                  <a:tcPr marL="705" marR="705" marT="352" marB="352" anchor="ctr">
                    <a:lnL>
                      <a:noFill/>
                    </a:lnL>
                    <a:lnR>
                      <a:noFill/>
                    </a:lnR>
                    <a:lnT>
                      <a:noFill/>
                    </a:lnT>
                    <a:lnB>
                      <a:noFill/>
                    </a:lnB>
                    <a:solidFill>
                      <a:schemeClr val="tx1"/>
                    </a:solidFill>
                  </a:tcPr>
                </a:tc>
                <a:tc>
                  <a:txBody>
                    <a:bodyPr/>
                    <a:lstStyle/>
                    <a:p>
                      <a:pPr>
                        <a:buNone/>
                      </a:pPr>
                      <a:endParaRPr lang="en-US" sz="1400"/>
                    </a:p>
                  </a:txBody>
                  <a:tcPr marL="705" marR="705" marT="352" marB="352" anchor="ctr">
                    <a:lnL>
                      <a:noFill/>
                    </a:lnL>
                    <a:lnR>
                      <a:noFill/>
                    </a:lnR>
                    <a:lnT>
                      <a:noFill/>
                    </a:lnT>
                    <a:lnB>
                      <a:noFill/>
                    </a:lnB>
                    <a:solidFill>
                      <a:schemeClr val="tx1"/>
                    </a:solidFill>
                  </a:tcPr>
                </a:tc>
                <a:tc>
                  <a:txBody>
                    <a:bodyPr/>
                    <a:lstStyle/>
                    <a:p>
                      <a:pPr>
                        <a:buNone/>
                      </a:pPr>
                      <a:endParaRPr lang="en-US" sz="1400" dirty="0"/>
                    </a:p>
                  </a:txBody>
                  <a:tcPr marL="705" marR="705" marT="352" marB="352" anchor="ctr">
                    <a:lnL>
                      <a:noFill/>
                    </a:lnL>
                    <a:lnR>
                      <a:noFill/>
                    </a:lnR>
                    <a:lnT>
                      <a:noFill/>
                    </a:lnT>
                    <a:lnB>
                      <a:noFill/>
                    </a:lnB>
                    <a:solidFill>
                      <a:schemeClr val="tx1"/>
                    </a:solidFill>
                  </a:tcPr>
                </a:tc>
                <a:extLst>
                  <a:ext uri="{0D108BD9-81ED-4DB2-BD59-A6C34878D82A}">
                    <a16:rowId xmlns:a16="http://schemas.microsoft.com/office/drawing/2014/main" val="487255027"/>
                  </a:ext>
                </a:extLst>
              </a:tr>
              <a:tr h="260708">
                <a:tc>
                  <a:txBody>
                    <a:bodyPr/>
                    <a:lstStyle/>
                    <a:p>
                      <a:pPr>
                        <a:buNone/>
                      </a:pPr>
                      <a:r>
                        <a:rPr lang="en-US" sz="1400"/>
                        <a:t>Learn from failure and turn setbacks into self-knowledge.</a:t>
                      </a:r>
                    </a:p>
                  </a:txBody>
                  <a:tcPr marL="705" marR="705" marT="352" marB="352" anchor="ctr">
                    <a:lnL>
                      <a:noFill/>
                    </a:lnL>
                    <a:lnR>
                      <a:noFill/>
                    </a:lnR>
                    <a:lnT>
                      <a:noFill/>
                    </a:lnT>
                    <a:lnB>
                      <a:noFill/>
                    </a:lnB>
                    <a:noFill/>
                  </a:tcPr>
                </a:tc>
                <a:tc>
                  <a:txBody>
                    <a:bodyPr/>
                    <a:lstStyle/>
                    <a:p>
                      <a:pPr>
                        <a:buNone/>
                      </a:pPr>
                      <a:r>
                        <a:rPr lang="en-US" sz="1400" dirty="0"/>
                        <a:t>Reflect on a major failure and its lessons.</a:t>
                      </a:r>
                    </a:p>
                  </a:txBody>
                  <a:tcPr marL="705" marR="705" marT="352" marB="352" anchor="ctr">
                    <a:lnL>
                      <a:noFill/>
                    </a:lnL>
                    <a:lnR>
                      <a:noFill/>
                    </a:lnR>
                    <a:lnT>
                      <a:noFill/>
                    </a:lnT>
                    <a:lnB>
                      <a:noFill/>
                    </a:lnB>
                    <a:solidFill>
                      <a:srgbClr val="2FA74D"/>
                    </a:solidFill>
                  </a:tcPr>
                </a:tc>
                <a:tc>
                  <a:txBody>
                    <a:bodyPr/>
                    <a:lstStyle/>
                    <a:p>
                      <a:pPr>
                        <a:buNone/>
                      </a:pPr>
                      <a:r>
                        <a:rPr lang="en-US" sz="1400"/>
                        <a:t>Discuss a blind spot or weakness openly.</a:t>
                      </a:r>
                    </a:p>
                  </a:txBody>
                  <a:tcPr marL="705" marR="705" marT="352" marB="352" anchor="ctr">
                    <a:lnL>
                      <a:noFill/>
                    </a:lnL>
                    <a:lnR>
                      <a:noFill/>
                    </a:lnR>
                    <a:lnT>
                      <a:noFill/>
                    </a:lnT>
                    <a:lnB>
                      <a:noFill/>
                    </a:lnB>
                    <a:solidFill>
                      <a:srgbClr val="2FA74D"/>
                    </a:solidFill>
                  </a:tcPr>
                </a:tc>
                <a:tc>
                  <a:txBody>
                    <a:bodyPr/>
                    <a:lstStyle/>
                    <a:p>
                      <a:pPr>
                        <a:buNone/>
                      </a:pPr>
                      <a:r>
                        <a:rPr lang="en-US" sz="1400" dirty="0"/>
                        <a:t>Capture scars, failures, and growth opportunities.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1136602214"/>
                  </a:ext>
                </a:extLst>
              </a:tr>
              <a:tr h="260708">
                <a:tc>
                  <a:txBody>
                    <a:bodyPr/>
                    <a:lstStyle/>
                    <a:p>
                      <a:pPr>
                        <a:buNone/>
                      </a:pPr>
                      <a:r>
                        <a:rPr lang="en-US" sz="1400"/>
                        <a:t>Identify the recurring patterns, fears, and beliefs limiting growth.</a:t>
                      </a:r>
                    </a:p>
                  </a:txBody>
                  <a:tcPr marL="705" marR="705" marT="352" marB="352" anchor="ctr">
                    <a:lnL>
                      <a:noFill/>
                    </a:lnL>
                    <a:lnR>
                      <a:noFill/>
                    </a:lnR>
                    <a:lnT>
                      <a:noFill/>
                    </a:lnT>
                    <a:lnB>
                      <a:noFill/>
                    </a:lnB>
                    <a:noFill/>
                  </a:tcPr>
                </a:tc>
                <a:tc>
                  <a:txBody>
                    <a:bodyPr/>
                    <a:lstStyle/>
                    <a:p>
                      <a:pPr>
                        <a:buNone/>
                      </a:pPr>
                      <a:r>
                        <a:rPr lang="en-US" sz="1400" dirty="0"/>
                        <a:t>Identify a recurring limiting pattern.</a:t>
                      </a:r>
                    </a:p>
                  </a:txBody>
                  <a:tcPr marL="705" marR="705" marT="352" marB="352" anchor="ctr">
                    <a:lnL>
                      <a:noFill/>
                    </a:lnL>
                    <a:lnR>
                      <a:noFill/>
                    </a:lnR>
                    <a:lnT>
                      <a:noFill/>
                    </a:lnT>
                    <a:lnB>
                      <a:noFill/>
                    </a:lnB>
                    <a:solidFill>
                      <a:srgbClr val="2FA74D"/>
                    </a:solidFill>
                  </a:tcPr>
                </a:tc>
                <a:tc>
                  <a:txBody>
                    <a:bodyPr/>
                    <a:lstStyle/>
                    <a:p>
                      <a:pPr>
                        <a:buNone/>
                      </a:pPr>
                      <a:r>
                        <a:rPr lang="en-US" sz="1400" dirty="0"/>
                        <a:t>Observe your patterns over two weeks.</a:t>
                      </a:r>
                    </a:p>
                  </a:txBody>
                  <a:tcPr marL="705" marR="705" marT="352" marB="352" anchor="ctr">
                    <a:lnL>
                      <a:noFill/>
                    </a:lnL>
                    <a:lnR>
                      <a:noFill/>
                    </a:lnR>
                    <a:lnT>
                      <a:noFill/>
                    </a:lnT>
                    <a:lnB>
                      <a:noFill/>
                    </a:lnB>
                    <a:solidFill>
                      <a:schemeClr val="accent5"/>
                    </a:solidFill>
                  </a:tcPr>
                </a:tc>
                <a:tc>
                  <a:txBody>
                    <a:bodyPr/>
                    <a:lstStyle/>
                    <a:p>
                      <a:pPr>
                        <a:buNone/>
                      </a:pPr>
                      <a:r>
                        <a:rPr lang="en-US" sz="1400"/>
                        <a:t>Journal on scars, failures, and recurring behaviors.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1607680667"/>
                  </a:ext>
                </a:extLst>
              </a:tr>
              <a:tr h="260708">
                <a:tc>
                  <a:txBody>
                    <a:bodyPr/>
                    <a:lstStyle/>
                    <a:p>
                      <a:pPr>
                        <a:buNone/>
                      </a:pPr>
                      <a:r>
                        <a:rPr lang="en-US" sz="1400"/>
                        <a:t>Transform self-awareness into deliberate growth.</a:t>
                      </a:r>
                    </a:p>
                  </a:txBody>
                  <a:tcPr marL="705" marR="705" marT="352" marB="352" anchor="ctr">
                    <a:lnL>
                      <a:noFill/>
                    </a:lnL>
                    <a:lnR>
                      <a:noFill/>
                    </a:lnR>
                    <a:lnT>
                      <a:noFill/>
                    </a:lnT>
                    <a:lnB>
                      <a:noFill/>
                    </a:lnB>
                    <a:noFill/>
                  </a:tcPr>
                </a:tc>
                <a:tc>
                  <a:txBody>
                    <a:bodyPr/>
                    <a:lstStyle/>
                    <a:p>
                      <a:pPr>
                        <a:buNone/>
                      </a:pPr>
                      <a:r>
                        <a:rPr lang="en-US" sz="1400" dirty="0"/>
                        <a:t>Create a growth blueprint.</a:t>
                      </a:r>
                    </a:p>
                  </a:txBody>
                  <a:tcPr marL="705" marR="705" marT="352" marB="352" anchor="ctr">
                    <a:lnL>
                      <a:noFill/>
                    </a:lnL>
                    <a:lnR>
                      <a:noFill/>
                    </a:lnR>
                    <a:lnT>
                      <a:noFill/>
                    </a:lnT>
                    <a:lnB>
                      <a:noFill/>
                    </a:lnB>
                    <a:solidFill>
                      <a:schemeClr val="accent5"/>
                    </a:solidFill>
                  </a:tcPr>
                </a:tc>
                <a:tc>
                  <a:txBody>
                    <a:bodyPr/>
                    <a:lstStyle/>
                    <a:p>
                      <a:pPr>
                        <a:buNone/>
                      </a:pPr>
                      <a:r>
                        <a:rPr lang="en-US" sz="1400" dirty="0"/>
                        <a:t>Practice one growth experiment intentionally.</a:t>
                      </a:r>
                    </a:p>
                  </a:txBody>
                  <a:tcPr marL="705" marR="705" marT="352" marB="352" anchor="ctr">
                    <a:lnL>
                      <a:noFill/>
                    </a:lnL>
                    <a:lnR>
                      <a:noFill/>
                    </a:lnR>
                    <a:lnT>
                      <a:noFill/>
                    </a:lnT>
                    <a:lnB>
                      <a:noFill/>
                    </a:lnB>
                    <a:solidFill>
                      <a:schemeClr val="accent5"/>
                    </a:solidFill>
                  </a:tcPr>
                </a:tc>
                <a:tc>
                  <a:txBody>
                    <a:bodyPr/>
                    <a:lstStyle/>
                    <a:p>
                      <a:pPr>
                        <a:buNone/>
                      </a:pPr>
                      <a:r>
                        <a:rPr lang="en-US" sz="1400"/>
                        <a:t>Journal on behavioral change and progress.</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868608979"/>
                  </a:ext>
                </a:extLst>
              </a:tr>
              <a:tr h="260708">
                <a:tc>
                  <a:txBody>
                    <a:bodyPr/>
                    <a:lstStyle/>
                    <a:p>
                      <a:pPr>
                        <a:buNone/>
                      </a:pPr>
                      <a:r>
                        <a:rPr lang="en-US" sz="1400"/>
                        <a:t>Help others recognize patterns and accelerate growth.</a:t>
                      </a:r>
                    </a:p>
                  </a:txBody>
                  <a:tcPr marL="705" marR="705" marT="352" marB="352" anchor="ctr">
                    <a:lnL>
                      <a:noFill/>
                    </a:lnL>
                    <a:lnR>
                      <a:noFill/>
                    </a:lnR>
                    <a:lnT>
                      <a:noFill/>
                    </a:lnT>
                    <a:lnB>
                      <a:noFill/>
                    </a:lnB>
                    <a:noFill/>
                  </a:tcPr>
                </a:tc>
                <a:tc>
                  <a:txBody>
                    <a:bodyPr/>
                    <a:lstStyle/>
                    <a:p>
                      <a:pPr>
                        <a:buNone/>
                      </a:pPr>
                      <a:r>
                        <a:rPr lang="en-US" sz="1400"/>
                        <a:t>Distill wisdom worth sharing.</a:t>
                      </a:r>
                    </a:p>
                  </a:txBody>
                  <a:tcPr marL="705" marR="705" marT="352" marB="352" anchor="ctr">
                    <a:lnL>
                      <a:noFill/>
                    </a:lnL>
                    <a:lnR>
                      <a:noFill/>
                    </a:lnR>
                    <a:lnT>
                      <a:noFill/>
                    </a:lnT>
                    <a:lnB>
                      <a:noFill/>
                    </a:lnB>
                    <a:solidFill>
                      <a:srgbClr val="2FA74D"/>
                    </a:solidFill>
                  </a:tcPr>
                </a:tc>
                <a:tc>
                  <a:txBody>
                    <a:bodyPr/>
                    <a:lstStyle/>
                    <a:p>
                      <a:pPr>
                        <a:buNone/>
                      </a:pPr>
                      <a:r>
                        <a:rPr lang="en-US" sz="1400" dirty="0"/>
                        <a:t>Coach another person through questions.</a:t>
                      </a:r>
                    </a:p>
                  </a:txBody>
                  <a:tcPr marL="705" marR="705" marT="352" marB="352" anchor="ctr">
                    <a:lnL>
                      <a:noFill/>
                    </a:lnL>
                    <a:lnR>
                      <a:noFill/>
                    </a:lnR>
                    <a:lnT>
                      <a:noFill/>
                    </a:lnT>
                    <a:lnB>
                      <a:noFill/>
                    </a:lnB>
                    <a:solidFill>
                      <a:srgbClr val="2FA74D"/>
                    </a:solidFill>
                  </a:tcPr>
                </a:tc>
                <a:tc>
                  <a:txBody>
                    <a:bodyPr/>
                    <a:lstStyle/>
                    <a:p>
                      <a:pPr>
                        <a:buNone/>
                      </a:pPr>
                      <a:r>
                        <a:rPr lang="en-US" sz="1400" dirty="0"/>
                        <a:t>Journal on helping others gain self-awareness and grow.</a:t>
                      </a:r>
                    </a:p>
                  </a:txBody>
                  <a:tcPr marL="705" marR="705" marT="352" marB="352" anchor="ctr">
                    <a:lnL>
                      <a:noFill/>
                    </a:lnL>
                    <a:lnR>
                      <a:noFill/>
                    </a:lnR>
                    <a:lnT>
                      <a:noFill/>
                    </a:lnT>
                    <a:lnB>
                      <a:noFill/>
                    </a:lnB>
                    <a:solidFill>
                      <a:srgbClr val="2FA74D"/>
                    </a:solidFill>
                  </a:tcPr>
                </a:tc>
                <a:extLst>
                  <a:ext uri="{0D108BD9-81ED-4DB2-BD59-A6C34878D82A}">
                    <a16:rowId xmlns:a16="http://schemas.microsoft.com/office/drawing/2014/main" val="2497664017"/>
                  </a:ext>
                </a:extLst>
              </a:tr>
            </a:tbl>
          </a:graphicData>
        </a:graphic>
      </p:graphicFrame>
    </p:spTree>
    <p:extLst>
      <p:ext uri="{BB962C8B-B14F-4D97-AF65-F5344CB8AC3E}">
        <p14:creationId xmlns:p14="http://schemas.microsoft.com/office/powerpoint/2010/main" val="1815150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059C4D9-C868-E0D8-4CD3-6FAE75DD0BA1}"/>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733197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166ED-3B37-14C4-9632-964A420544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7B164C-220B-D82C-CC3A-1168B8D1A0E3}"/>
              </a:ext>
            </a:extLst>
          </p:cNvPr>
          <p:cNvSpPr>
            <a:spLocks noGrp="1"/>
          </p:cNvSpPr>
          <p:nvPr>
            <p:ph type="body" sz="quarter" idx="19"/>
          </p:nvPr>
        </p:nvSpPr>
        <p:spPr/>
        <p:txBody>
          <a:bodyPr/>
          <a:lstStyle/>
          <a:p>
            <a:endParaRPr lang="en-US"/>
          </a:p>
        </p:txBody>
      </p:sp>
      <p:sp>
        <p:nvSpPr>
          <p:cNvPr id="4" name="Footer Placeholder 3">
            <a:extLst>
              <a:ext uri="{FF2B5EF4-FFF2-40B4-BE49-F238E27FC236}">
                <a16:creationId xmlns:a16="http://schemas.microsoft.com/office/drawing/2014/main" id="{D0159103-2CE2-1D72-5D90-917088D043B2}"/>
              </a:ext>
            </a:extLst>
          </p:cNvPr>
          <p:cNvSpPr>
            <a:spLocks noGrp="1"/>
          </p:cNvSpPr>
          <p:nvPr>
            <p:ph type="ftr" sz="quarter" idx="17"/>
          </p:nvPr>
        </p:nvSpPr>
        <p:spPr/>
        <p:txBody>
          <a:bodyPr/>
          <a:lstStyle/>
          <a:p>
            <a:pPr defTabSz="888980"/>
            <a:endParaRPr lang="de-DE" dirty="0"/>
          </a:p>
        </p:txBody>
      </p:sp>
      <p:sp>
        <p:nvSpPr>
          <p:cNvPr id="5" name="Text Placeholder 4">
            <a:extLst>
              <a:ext uri="{FF2B5EF4-FFF2-40B4-BE49-F238E27FC236}">
                <a16:creationId xmlns:a16="http://schemas.microsoft.com/office/drawing/2014/main" id="{D2C973D5-3368-F2D3-961F-BC38445478A2}"/>
              </a:ext>
            </a:extLst>
          </p:cNvPr>
          <p:cNvSpPr>
            <a:spLocks noGrp="1"/>
          </p:cNvSpPr>
          <p:nvPr>
            <p:ph type="body" sz="quarter" idx="14"/>
          </p:nvPr>
        </p:nvSpPr>
        <p:spPr/>
        <p:txBody>
          <a:bodyPr/>
          <a:lstStyle/>
          <a:p>
            <a:endParaRPr lang="en-US"/>
          </a:p>
        </p:txBody>
      </p:sp>
      <p:sp>
        <p:nvSpPr>
          <p:cNvPr id="6" name="Slide Number Placeholder 5">
            <a:extLst>
              <a:ext uri="{FF2B5EF4-FFF2-40B4-BE49-F238E27FC236}">
                <a16:creationId xmlns:a16="http://schemas.microsoft.com/office/drawing/2014/main" id="{2E426467-79C2-E763-307B-6AECAE30A664}"/>
              </a:ext>
            </a:extLst>
          </p:cNvPr>
          <p:cNvSpPr>
            <a:spLocks noGrp="1"/>
          </p:cNvSpPr>
          <p:nvPr>
            <p:ph type="sldNum" sz="quarter" idx="4"/>
          </p:nvPr>
        </p:nvSpPr>
        <p:spPr/>
        <p:txBody>
          <a:bodyPr/>
          <a:lstStyle/>
          <a:p>
            <a:pPr defTabSz="888980"/>
            <a:fld id="{3A65056A-10E9-40C8-A093-AA138EB7B919}" type="slidenum">
              <a:rPr lang="de-DE" smtClean="0"/>
              <a:pPr defTabSz="888980"/>
              <a:t>7</a:t>
            </a:fld>
            <a:endParaRPr lang="de-DE" dirty="0"/>
          </a:p>
        </p:txBody>
      </p:sp>
      <p:graphicFrame>
        <p:nvGraphicFramePr>
          <p:cNvPr id="8" name="Table 7">
            <a:extLst>
              <a:ext uri="{FF2B5EF4-FFF2-40B4-BE49-F238E27FC236}">
                <a16:creationId xmlns:a16="http://schemas.microsoft.com/office/drawing/2014/main" id="{8569E73B-DCCE-9A47-DA45-68BBA9EF0461}"/>
              </a:ext>
            </a:extLst>
          </p:cNvPr>
          <p:cNvGraphicFramePr>
            <a:graphicFrameLocks noGrp="1"/>
          </p:cNvGraphicFramePr>
          <p:nvPr>
            <p:extLst>
              <p:ext uri="{D42A27DB-BD31-4B8C-83A1-F6EECF244321}">
                <p14:modId xmlns:p14="http://schemas.microsoft.com/office/powerpoint/2010/main" val="928412371"/>
              </p:ext>
            </p:extLst>
          </p:nvPr>
        </p:nvGraphicFramePr>
        <p:xfrm>
          <a:off x="772042" y="546432"/>
          <a:ext cx="12093353" cy="6396629"/>
        </p:xfrm>
        <a:graphic>
          <a:graphicData uri="http://schemas.openxmlformats.org/drawingml/2006/table">
            <a:tbl>
              <a:tblPr/>
              <a:tblGrid>
                <a:gridCol w="4031118">
                  <a:extLst>
                    <a:ext uri="{9D8B030D-6E8A-4147-A177-3AD203B41FA5}">
                      <a16:colId xmlns:a16="http://schemas.microsoft.com/office/drawing/2014/main" val="3984026951"/>
                    </a:ext>
                  </a:extLst>
                </a:gridCol>
                <a:gridCol w="2539270">
                  <a:extLst>
                    <a:ext uri="{9D8B030D-6E8A-4147-A177-3AD203B41FA5}">
                      <a16:colId xmlns:a16="http://schemas.microsoft.com/office/drawing/2014/main" val="3700793953"/>
                    </a:ext>
                  </a:extLst>
                </a:gridCol>
                <a:gridCol w="5522965">
                  <a:extLst>
                    <a:ext uri="{9D8B030D-6E8A-4147-A177-3AD203B41FA5}">
                      <a16:colId xmlns:a16="http://schemas.microsoft.com/office/drawing/2014/main" val="2397571291"/>
                    </a:ext>
                  </a:extLst>
                </a:gridCol>
              </a:tblGrid>
              <a:tr h="256117">
                <a:tc>
                  <a:txBody>
                    <a:bodyPr/>
                    <a:lstStyle/>
                    <a:p>
                      <a:pPr>
                        <a:buNone/>
                      </a:pPr>
                      <a:r>
                        <a:rPr lang="en-US" sz="1600" b="1" dirty="0"/>
                        <a:t>Purpose</a:t>
                      </a:r>
                    </a:p>
                  </a:txBody>
                  <a:tcPr marL="376" marR="376" marT="188" marB="188" anchor="ctr">
                    <a:lnL>
                      <a:noFill/>
                    </a:lnL>
                    <a:lnR>
                      <a:noFill/>
                    </a:lnR>
                    <a:lnT>
                      <a:noFill/>
                    </a:lnT>
                    <a:lnB>
                      <a:noFill/>
                    </a:lnB>
                    <a:noFill/>
                  </a:tcPr>
                </a:tc>
                <a:tc>
                  <a:txBody>
                    <a:bodyPr/>
                    <a:lstStyle/>
                    <a:p>
                      <a:pPr>
                        <a:buNone/>
                      </a:pPr>
                      <a:r>
                        <a:rPr lang="en-US" sz="1600" b="1"/>
                        <a:t>Story</a:t>
                      </a:r>
                    </a:p>
                  </a:txBody>
                  <a:tcPr marL="376" marR="376" marT="188" marB="188" anchor="ctr">
                    <a:lnL>
                      <a:noFill/>
                    </a:lnL>
                    <a:lnR>
                      <a:noFill/>
                    </a:lnR>
                    <a:lnT>
                      <a:noFill/>
                    </a:lnT>
                    <a:lnB>
                      <a:noFill/>
                    </a:lnB>
                    <a:noFill/>
                  </a:tcPr>
                </a:tc>
                <a:tc>
                  <a:txBody>
                    <a:bodyPr/>
                    <a:lstStyle/>
                    <a:p>
                      <a:pPr>
                        <a:buNone/>
                      </a:pPr>
                      <a:r>
                        <a:rPr lang="en-US" sz="1600" b="1" dirty="0"/>
                        <a:t>Trial Summary</a:t>
                      </a:r>
                    </a:p>
                  </a:txBody>
                  <a:tcPr marL="376" marR="376" marT="188" marB="188" anchor="ctr">
                    <a:lnL>
                      <a:noFill/>
                    </a:lnL>
                    <a:lnR>
                      <a:noFill/>
                    </a:lnR>
                    <a:lnT>
                      <a:noFill/>
                    </a:lnT>
                    <a:lnB>
                      <a:noFill/>
                    </a:lnB>
                    <a:noFill/>
                  </a:tcPr>
                </a:tc>
                <a:extLst>
                  <a:ext uri="{0D108BD9-81ED-4DB2-BD59-A6C34878D82A}">
                    <a16:rowId xmlns:a16="http://schemas.microsoft.com/office/drawing/2014/main" val="1487230800"/>
                  </a:ext>
                </a:extLst>
              </a:tr>
              <a:tr h="767564">
                <a:tc>
                  <a:txBody>
                    <a:bodyPr/>
                    <a:lstStyle/>
                    <a:p>
                      <a:pPr>
                        <a:buNone/>
                      </a:pPr>
                      <a:r>
                        <a:rPr lang="en-US" sz="1600"/>
                        <a:t>Discover what truly matters and begin defining your direction.</a:t>
                      </a:r>
                    </a:p>
                  </a:txBody>
                  <a:tcPr marL="376" marR="376" marT="188" marB="188" anchor="ctr">
                    <a:lnL>
                      <a:noFill/>
                    </a:lnL>
                    <a:lnR>
                      <a:noFill/>
                    </a:lnR>
                    <a:lnT>
                      <a:noFill/>
                    </a:lnT>
                    <a:lnB>
                      <a:noFill/>
                    </a:lnB>
                    <a:noFill/>
                  </a:tcPr>
                </a:tc>
                <a:tc>
                  <a:txBody>
                    <a:bodyPr/>
                    <a:lstStyle/>
                    <a:p>
                      <a:pPr>
                        <a:buNone/>
                      </a:pPr>
                      <a:r>
                        <a:rPr lang="en-US" sz="1600"/>
                        <a:t>The Stonecutter</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a meaningful achievement</a:t>
                      </a:r>
                    </a:p>
                    <a:p>
                      <a:pPr marL="228600" indent="-228600">
                        <a:buFont typeface="+mj-lt"/>
                        <a:buAutoNum type="arabicPeriod"/>
                      </a:pPr>
                      <a:r>
                        <a:rPr lang="en-US" sz="1600" dirty="0"/>
                        <a:t>Test your vision with someone you trust</a:t>
                      </a:r>
                    </a:p>
                    <a:p>
                      <a:pPr marL="228600" indent="-228600">
                        <a:buFont typeface="+mj-lt"/>
                        <a:buAutoNum type="arabicPeriod"/>
                      </a:pPr>
                      <a:r>
                        <a:rPr lang="en-US" sz="1600" dirty="0"/>
                        <a:t>Complete values, strengths, and vision</a:t>
                      </a:r>
                    </a:p>
                  </a:txBody>
                  <a:tcPr marL="376" marR="376" marT="188" marB="188" anchor="ctr">
                    <a:lnL>
                      <a:noFill/>
                    </a:lnL>
                    <a:lnR>
                      <a:noFill/>
                    </a:lnR>
                    <a:lnT>
                      <a:noFill/>
                    </a:lnT>
                    <a:lnB>
                      <a:noFill/>
                    </a:lnB>
                    <a:noFill/>
                  </a:tcPr>
                </a:tc>
                <a:extLst>
                  <a:ext uri="{0D108BD9-81ED-4DB2-BD59-A6C34878D82A}">
                    <a16:rowId xmlns:a16="http://schemas.microsoft.com/office/drawing/2014/main" val="468853962"/>
                  </a:ext>
                </a:extLst>
              </a:tr>
              <a:tr h="767564">
                <a:tc>
                  <a:txBody>
                    <a:bodyPr/>
                    <a:lstStyle/>
                    <a:p>
                      <a:pPr>
                        <a:buNone/>
                      </a:pPr>
                      <a:r>
                        <a:rPr lang="en-US" sz="1600"/>
                        <a:t>Develop self-awareness and understand how you show up as a leader.</a:t>
                      </a:r>
                    </a:p>
                  </a:txBody>
                  <a:tcPr marL="376" marR="376" marT="188" marB="188" anchor="ctr">
                    <a:lnL>
                      <a:noFill/>
                    </a:lnL>
                    <a:lnR>
                      <a:noFill/>
                    </a:lnR>
                    <a:lnT>
                      <a:noFill/>
                    </a:lnT>
                    <a:lnB>
                      <a:noFill/>
                    </a:lnB>
                    <a:noFill/>
                  </a:tcPr>
                </a:tc>
                <a:tc>
                  <a:txBody>
                    <a:bodyPr/>
                    <a:lstStyle/>
                    <a:p>
                      <a:pPr>
                        <a:buNone/>
                      </a:pPr>
                      <a:r>
                        <a:rPr lang="en-US" sz="1600"/>
                        <a:t>The Young Samurai and the Mirror</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Define your leadership style</a:t>
                      </a:r>
                    </a:p>
                    <a:p>
                      <a:pPr marL="228600" indent="-228600">
                        <a:buFont typeface="+mj-lt"/>
                        <a:buAutoNum type="arabicPeriod"/>
                      </a:pPr>
                      <a:r>
                        <a:rPr lang="en-US" sz="1600" dirty="0"/>
                        <a:t>Gather leadership feedback</a:t>
                      </a:r>
                    </a:p>
                    <a:p>
                      <a:pPr marL="228600" indent="-228600">
                        <a:buFont typeface="+mj-lt"/>
                        <a:buAutoNum type="arabicPeriod"/>
                      </a:pPr>
                      <a:r>
                        <a:rPr lang="en-US" sz="1600" dirty="0"/>
                        <a:t>Build your team foundation</a:t>
                      </a:r>
                    </a:p>
                  </a:txBody>
                  <a:tcPr marL="376" marR="376" marT="188" marB="188" anchor="ctr">
                    <a:lnL>
                      <a:noFill/>
                    </a:lnL>
                    <a:lnR>
                      <a:noFill/>
                    </a:lnR>
                    <a:lnT>
                      <a:noFill/>
                    </a:lnT>
                    <a:lnB>
                      <a:noFill/>
                    </a:lnB>
                    <a:noFill/>
                  </a:tcPr>
                </a:tc>
                <a:extLst>
                  <a:ext uri="{0D108BD9-81ED-4DB2-BD59-A6C34878D82A}">
                    <a16:rowId xmlns:a16="http://schemas.microsoft.com/office/drawing/2014/main" val="92981253"/>
                  </a:ext>
                </a:extLst>
              </a:tr>
              <a:tr h="767564">
                <a:tc>
                  <a:txBody>
                    <a:bodyPr/>
                    <a:lstStyle/>
                    <a:p>
                      <a:pPr>
                        <a:buNone/>
                      </a:pPr>
                      <a:r>
                        <a:rPr lang="en-US" sz="1600"/>
                        <a:t>Understand the power of discipline and consistent execution.</a:t>
                      </a:r>
                    </a:p>
                  </a:txBody>
                  <a:tcPr marL="376" marR="376" marT="188" marB="188" anchor="ctr">
                    <a:lnL>
                      <a:noFill/>
                    </a:lnL>
                    <a:lnR>
                      <a:noFill/>
                    </a:lnR>
                    <a:lnT>
                      <a:noFill/>
                    </a:lnT>
                    <a:lnB>
                      <a:noFill/>
                    </a:lnB>
                    <a:noFill/>
                  </a:tcPr>
                </a:tc>
                <a:tc>
                  <a:txBody>
                    <a:bodyPr/>
                    <a:lstStyle/>
                    <a:p>
                      <a:pPr>
                        <a:buNone/>
                      </a:pPr>
                      <a:r>
                        <a:rPr lang="en-US" sz="1600"/>
                        <a:t>Kobe Bryant – 4 AM Workouts</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discipline and consistency</a:t>
                      </a:r>
                    </a:p>
                    <a:p>
                      <a:pPr marL="228600" indent="-228600">
                        <a:buFont typeface="+mj-lt"/>
                        <a:buAutoNum type="arabicPeriod"/>
                      </a:pPr>
                      <a:r>
                        <a:rPr lang="en-US" sz="1600" dirty="0"/>
                        <a:t>Build a daily execution habit</a:t>
                      </a:r>
                    </a:p>
                    <a:p>
                      <a:pPr marL="228600" indent="-228600">
                        <a:buFont typeface="+mj-lt"/>
                        <a:buAutoNum type="arabicPeriod"/>
                      </a:pPr>
                      <a:r>
                        <a:rPr lang="en-US" sz="1600" dirty="0"/>
                        <a:t>Capture and prioritize commitments</a:t>
                      </a:r>
                    </a:p>
                  </a:txBody>
                  <a:tcPr marL="376" marR="376" marT="188" marB="188" anchor="ctr">
                    <a:lnL>
                      <a:noFill/>
                    </a:lnL>
                    <a:lnR>
                      <a:noFill/>
                    </a:lnR>
                    <a:lnT>
                      <a:noFill/>
                    </a:lnT>
                    <a:lnB>
                      <a:noFill/>
                    </a:lnB>
                    <a:noFill/>
                  </a:tcPr>
                </a:tc>
                <a:extLst>
                  <a:ext uri="{0D108BD9-81ED-4DB2-BD59-A6C34878D82A}">
                    <a16:rowId xmlns:a16="http://schemas.microsoft.com/office/drawing/2014/main" val="2278047090"/>
                  </a:ext>
                </a:extLst>
              </a:tr>
              <a:tr h="767564">
                <a:tc>
                  <a:txBody>
                    <a:bodyPr/>
                    <a:lstStyle/>
                    <a:p>
                      <a:pPr>
                        <a:buNone/>
                      </a:pPr>
                      <a:r>
                        <a:rPr lang="en-US" sz="1600"/>
                        <a:t>Recognize that energy is finite and learn to observe it.</a:t>
                      </a:r>
                    </a:p>
                  </a:txBody>
                  <a:tcPr marL="376" marR="376" marT="188" marB="188" anchor="ctr">
                    <a:lnL>
                      <a:noFill/>
                    </a:lnL>
                    <a:lnR>
                      <a:noFill/>
                    </a:lnR>
                    <a:lnT>
                      <a:noFill/>
                    </a:lnT>
                    <a:lnB>
                      <a:noFill/>
                    </a:lnB>
                    <a:noFill/>
                  </a:tcPr>
                </a:tc>
                <a:tc>
                  <a:txBody>
                    <a:bodyPr/>
                    <a:lstStyle/>
                    <a:p>
                      <a:pPr>
                        <a:buNone/>
                      </a:pPr>
                      <a:r>
                        <a:rPr lang="en-US" sz="1600"/>
                        <a:t>Life Is a Marathon, Not a Sprint</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the cost of running empty</a:t>
                      </a:r>
                    </a:p>
                    <a:p>
                      <a:pPr marL="228600" indent="-228600">
                        <a:buFont typeface="+mj-lt"/>
                        <a:buAutoNum type="arabicPeriod"/>
                      </a:pPr>
                      <a:r>
                        <a:rPr lang="en-US" sz="1600" dirty="0"/>
                        <a:t>Track energy for a week</a:t>
                      </a:r>
                    </a:p>
                    <a:p>
                      <a:pPr marL="228600" indent="-228600">
                        <a:buFont typeface="+mj-lt"/>
                        <a:buAutoNum type="arabicPeriod"/>
                      </a:pPr>
                      <a:r>
                        <a:rPr lang="en-US" sz="1600" dirty="0"/>
                        <a:t>Map energy sources, drains, and recovery</a:t>
                      </a:r>
                    </a:p>
                  </a:txBody>
                  <a:tcPr marL="376" marR="376" marT="188" marB="188" anchor="ctr">
                    <a:lnL>
                      <a:noFill/>
                    </a:lnL>
                    <a:lnR>
                      <a:noFill/>
                    </a:lnR>
                    <a:lnT>
                      <a:noFill/>
                    </a:lnT>
                    <a:lnB>
                      <a:noFill/>
                    </a:lnB>
                    <a:noFill/>
                  </a:tcPr>
                </a:tc>
                <a:extLst>
                  <a:ext uri="{0D108BD9-81ED-4DB2-BD59-A6C34878D82A}">
                    <a16:rowId xmlns:a16="http://schemas.microsoft.com/office/drawing/2014/main" val="2521067621"/>
                  </a:ext>
                </a:extLst>
              </a:tr>
              <a:tr h="767564">
                <a:tc>
                  <a:txBody>
                    <a:bodyPr/>
                    <a:lstStyle/>
                    <a:p>
                      <a:pPr>
                        <a:buNone/>
                      </a:pPr>
                      <a:r>
                        <a:rPr lang="en-US" sz="1600" dirty="0"/>
                        <a:t>Learn from failure and turn setbacks into self-knowledge.</a:t>
                      </a:r>
                    </a:p>
                  </a:txBody>
                  <a:tcPr marL="376" marR="376" marT="188" marB="188" anchor="ctr">
                    <a:lnL>
                      <a:noFill/>
                    </a:lnL>
                    <a:lnR>
                      <a:noFill/>
                    </a:lnR>
                    <a:lnT>
                      <a:noFill/>
                    </a:lnT>
                    <a:lnB>
                      <a:noFill/>
                    </a:lnB>
                    <a:noFill/>
                  </a:tcPr>
                </a:tc>
                <a:tc>
                  <a:txBody>
                    <a:bodyPr/>
                    <a:lstStyle/>
                    <a:p>
                      <a:pPr>
                        <a:buNone/>
                      </a:pPr>
                      <a:r>
                        <a:rPr lang="en-US" sz="1600"/>
                        <a:t>Thomas Edison and the 10,000 Attempts</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a major failure</a:t>
                      </a:r>
                    </a:p>
                    <a:p>
                      <a:pPr marL="228600" indent="-228600">
                        <a:buFont typeface="+mj-lt"/>
                        <a:buAutoNum type="arabicPeriod"/>
                      </a:pPr>
                      <a:r>
                        <a:rPr lang="en-US" sz="1600" dirty="0"/>
                        <a:t>Discuss a blind spot openly</a:t>
                      </a:r>
                    </a:p>
                    <a:p>
                      <a:pPr marL="228600" indent="-228600">
                        <a:buFont typeface="+mj-lt"/>
                        <a:buAutoNum type="arabicPeriod"/>
                      </a:pPr>
                      <a:r>
                        <a:rPr lang="en-US" sz="1600" dirty="0"/>
                        <a:t>Capture scars, failures, and growth opportunities</a:t>
                      </a:r>
                    </a:p>
                  </a:txBody>
                  <a:tcPr marL="376" marR="376" marT="188" marB="188" anchor="ctr">
                    <a:lnL>
                      <a:noFill/>
                    </a:lnL>
                    <a:lnR>
                      <a:noFill/>
                    </a:lnR>
                    <a:lnT>
                      <a:noFill/>
                    </a:lnT>
                    <a:lnB>
                      <a:noFill/>
                    </a:lnB>
                    <a:noFill/>
                  </a:tcPr>
                </a:tc>
                <a:extLst>
                  <a:ext uri="{0D108BD9-81ED-4DB2-BD59-A6C34878D82A}">
                    <a16:rowId xmlns:a16="http://schemas.microsoft.com/office/drawing/2014/main" val="2978771430"/>
                  </a:ext>
                </a:extLst>
              </a:tr>
              <a:tr h="767564">
                <a:tc>
                  <a:txBody>
                    <a:bodyPr/>
                    <a:lstStyle/>
                    <a:p>
                      <a:pPr>
                        <a:buNone/>
                      </a:pPr>
                      <a:r>
                        <a:rPr lang="en-US" sz="1600" dirty="0"/>
                        <a:t>Understand the motivations behind your goals and align them with your values.</a:t>
                      </a:r>
                    </a:p>
                  </a:txBody>
                  <a:tcPr marL="376" marR="376" marT="188" marB="188" anchor="ctr">
                    <a:lnL>
                      <a:noFill/>
                    </a:lnL>
                    <a:lnR>
                      <a:noFill/>
                    </a:lnR>
                    <a:lnT>
                      <a:noFill/>
                    </a:lnT>
                    <a:lnB>
                      <a:noFill/>
                    </a:lnB>
                    <a:noFill/>
                  </a:tcPr>
                </a:tc>
                <a:tc>
                  <a:txBody>
                    <a:bodyPr/>
                    <a:lstStyle/>
                    <a:p>
                      <a:pPr>
                        <a:buNone/>
                      </a:pPr>
                      <a:r>
                        <a:rPr lang="en-US" sz="1600"/>
                        <a:t>The Mexican Fisherman</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false motivations</a:t>
                      </a:r>
                    </a:p>
                    <a:p>
                      <a:pPr marL="228600" indent="-228600">
                        <a:buFont typeface="+mj-lt"/>
                        <a:buAutoNum type="arabicPeriod"/>
                      </a:pPr>
                      <a:r>
                        <a:rPr lang="en-US" sz="1600" dirty="0"/>
                        <a:t>Discuss values and vision</a:t>
                      </a:r>
                    </a:p>
                    <a:p>
                      <a:pPr marL="228600" indent="-228600">
                        <a:buFont typeface="+mj-lt"/>
                        <a:buAutoNum type="arabicPeriod"/>
                      </a:pPr>
                      <a:r>
                        <a:rPr lang="en-US" sz="1600" dirty="0"/>
                        <a:t>Journal on fulfillment and energy</a:t>
                      </a:r>
                    </a:p>
                  </a:txBody>
                  <a:tcPr marL="376" marR="376" marT="188" marB="188" anchor="ctr">
                    <a:lnL>
                      <a:noFill/>
                    </a:lnL>
                    <a:lnR>
                      <a:noFill/>
                    </a:lnR>
                    <a:lnT>
                      <a:noFill/>
                    </a:lnT>
                    <a:lnB>
                      <a:noFill/>
                    </a:lnB>
                    <a:noFill/>
                  </a:tcPr>
                </a:tc>
                <a:extLst>
                  <a:ext uri="{0D108BD9-81ED-4DB2-BD59-A6C34878D82A}">
                    <a16:rowId xmlns:a16="http://schemas.microsoft.com/office/drawing/2014/main" val="777305898"/>
                  </a:ext>
                </a:extLst>
              </a:tr>
              <a:tr h="767564">
                <a:tc>
                  <a:txBody>
                    <a:bodyPr/>
                    <a:lstStyle/>
                    <a:p>
                      <a:pPr>
                        <a:buNone/>
                      </a:pPr>
                      <a:r>
                        <a:rPr lang="en-US" sz="1600"/>
                        <a:t>Understand the impact your behavior has on others.</a:t>
                      </a:r>
                    </a:p>
                  </a:txBody>
                  <a:tcPr marL="376" marR="376" marT="188" marB="188" anchor="ctr">
                    <a:lnL>
                      <a:noFill/>
                    </a:lnL>
                    <a:lnR>
                      <a:noFill/>
                    </a:lnR>
                    <a:lnT>
                      <a:noFill/>
                    </a:lnT>
                    <a:lnB>
                      <a:noFill/>
                    </a:lnB>
                    <a:noFill/>
                  </a:tcPr>
                </a:tc>
                <a:tc>
                  <a:txBody>
                    <a:bodyPr/>
                    <a:lstStyle/>
                    <a:p>
                      <a:pPr>
                        <a:buNone/>
                      </a:pPr>
                      <a:r>
                        <a:rPr lang="en-US" sz="1600"/>
                        <a:t>The Ripple Effect</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Analyze leadership impact</a:t>
                      </a:r>
                    </a:p>
                    <a:p>
                      <a:pPr marL="228600" indent="-228600">
                        <a:buFont typeface="+mj-lt"/>
                        <a:buAutoNum type="arabicPeriod"/>
                      </a:pPr>
                      <a:r>
                        <a:rPr lang="en-US" sz="1600" dirty="0"/>
                        <a:t>Gather communication feedback</a:t>
                      </a:r>
                    </a:p>
                    <a:p>
                      <a:pPr marL="228600" indent="-228600">
                        <a:buFont typeface="+mj-lt"/>
                        <a:buAutoNum type="arabicPeriod"/>
                      </a:pPr>
                      <a:r>
                        <a:rPr lang="en-US" sz="1600" dirty="0"/>
                        <a:t>Learn your team deeply</a:t>
                      </a:r>
                    </a:p>
                  </a:txBody>
                  <a:tcPr marL="376" marR="376" marT="188" marB="188" anchor="ctr">
                    <a:lnL>
                      <a:noFill/>
                    </a:lnL>
                    <a:lnR>
                      <a:noFill/>
                    </a:lnR>
                    <a:lnT>
                      <a:noFill/>
                    </a:lnT>
                    <a:lnB>
                      <a:noFill/>
                    </a:lnB>
                    <a:noFill/>
                  </a:tcPr>
                </a:tc>
                <a:extLst>
                  <a:ext uri="{0D108BD9-81ED-4DB2-BD59-A6C34878D82A}">
                    <a16:rowId xmlns:a16="http://schemas.microsoft.com/office/drawing/2014/main" val="3101225325"/>
                  </a:ext>
                </a:extLst>
              </a:tr>
              <a:tr h="767564">
                <a:tc>
                  <a:txBody>
                    <a:bodyPr/>
                    <a:lstStyle/>
                    <a:p>
                      <a:pPr>
                        <a:buNone/>
                      </a:pPr>
                      <a:r>
                        <a:rPr lang="en-US" sz="1600"/>
                        <a:t>Understand the emotional forces that undermine execution.</a:t>
                      </a:r>
                    </a:p>
                  </a:txBody>
                  <a:tcPr marL="376" marR="376" marT="188" marB="188" anchor="ctr">
                    <a:lnL>
                      <a:noFill/>
                    </a:lnL>
                    <a:lnR>
                      <a:noFill/>
                    </a:lnR>
                    <a:lnT>
                      <a:noFill/>
                    </a:lnT>
                    <a:lnB>
                      <a:noFill/>
                    </a:lnB>
                    <a:noFill/>
                  </a:tcPr>
                </a:tc>
                <a:tc>
                  <a:txBody>
                    <a:bodyPr/>
                    <a:lstStyle/>
                    <a:p>
                      <a:pPr>
                        <a:buNone/>
                      </a:pPr>
                      <a:r>
                        <a:rPr lang="en-US" sz="1600"/>
                        <a:t>Odysseus and the Sirens</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Identify resistance patterns</a:t>
                      </a:r>
                    </a:p>
                    <a:p>
                      <a:pPr marL="228600" indent="-228600">
                        <a:buFont typeface="+mj-lt"/>
                        <a:buAutoNum type="arabicPeriod"/>
                      </a:pPr>
                      <a:r>
                        <a:rPr lang="en-US" sz="1600" dirty="0"/>
                        <a:t>Analyze execution failures</a:t>
                      </a:r>
                    </a:p>
                    <a:p>
                      <a:pPr marL="228600" indent="-228600">
                        <a:buFont typeface="+mj-lt"/>
                        <a:buAutoNum type="arabicPeriod"/>
                      </a:pPr>
                      <a:r>
                        <a:rPr lang="en-US" sz="1600" dirty="0"/>
                        <a:t>Build defenses against temptation</a:t>
                      </a:r>
                    </a:p>
                  </a:txBody>
                  <a:tcPr marL="376" marR="376" marT="188" marB="188" anchor="ctr">
                    <a:lnL>
                      <a:noFill/>
                    </a:lnL>
                    <a:lnR>
                      <a:noFill/>
                    </a:lnR>
                    <a:lnT>
                      <a:noFill/>
                    </a:lnT>
                    <a:lnB>
                      <a:noFill/>
                    </a:lnB>
                    <a:noFill/>
                  </a:tcPr>
                </a:tc>
                <a:extLst>
                  <a:ext uri="{0D108BD9-81ED-4DB2-BD59-A6C34878D82A}">
                    <a16:rowId xmlns:a16="http://schemas.microsoft.com/office/drawing/2014/main" val="4095170314"/>
                  </a:ext>
                </a:extLst>
              </a:tr>
            </a:tbl>
          </a:graphicData>
        </a:graphic>
      </p:graphicFrame>
    </p:spTree>
    <p:extLst>
      <p:ext uri="{BB962C8B-B14F-4D97-AF65-F5344CB8AC3E}">
        <p14:creationId xmlns:p14="http://schemas.microsoft.com/office/powerpoint/2010/main" val="3452133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F93A-8D4B-F40C-EAD6-9FE606F1E89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FC40A8-39B0-87FC-6367-912ED15E9519}"/>
              </a:ext>
            </a:extLst>
          </p:cNvPr>
          <p:cNvSpPr>
            <a:spLocks noGrp="1"/>
          </p:cNvSpPr>
          <p:nvPr>
            <p:ph type="body" sz="quarter" idx="19"/>
          </p:nvPr>
        </p:nvSpPr>
        <p:spPr/>
        <p:txBody>
          <a:bodyPr/>
          <a:lstStyle/>
          <a:p>
            <a:endParaRPr lang="en-US"/>
          </a:p>
        </p:txBody>
      </p:sp>
      <p:sp>
        <p:nvSpPr>
          <p:cNvPr id="4" name="Footer Placeholder 3">
            <a:extLst>
              <a:ext uri="{FF2B5EF4-FFF2-40B4-BE49-F238E27FC236}">
                <a16:creationId xmlns:a16="http://schemas.microsoft.com/office/drawing/2014/main" id="{071A2C1B-DC46-AADF-21AD-6BFD4AFDF811}"/>
              </a:ext>
            </a:extLst>
          </p:cNvPr>
          <p:cNvSpPr>
            <a:spLocks noGrp="1"/>
          </p:cNvSpPr>
          <p:nvPr>
            <p:ph type="ftr" sz="quarter" idx="17"/>
          </p:nvPr>
        </p:nvSpPr>
        <p:spPr/>
        <p:txBody>
          <a:bodyPr/>
          <a:lstStyle/>
          <a:p>
            <a:pPr defTabSz="888980"/>
            <a:endParaRPr lang="de-DE" dirty="0"/>
          </a:p>
        </p:txBody>
      </p:sp>
      <p:sp>
        <p:nvSpPr>
          <p:cNvPr id="5" name="Text Placeholder 4">
            <a:extLst>
              <a:ext uri="{FF2B5EF4-FFF2-40B4-BE49-F238E27FC236}">
                <a16:creationId xmlns:a16="http://schemas.microsoft.com/office/drawing/2014/main" id="{4E5F2E2E-BC7E-F905-FC8A-1AFBD42E24FE}"/>
              </a:ext>
            </a:extLst>
          </p:cNvPr>
          <p:cNvSpPr>
            <a:spLocks noGrp="1"/>
          </p:cNvSpPr>
          <p:nvPr>
            <p:ph type="body" sz="quarter" idx="14"/>
          </p:nvPr>
        </p:nvSpPr>
        <p:spPr/>
        <p:txBody>
          <a:bodyPr/>
          <a:lstStyle/>
          <a:p>
            <a:endParaRPr lang="en-US"/>
          </a:p>
        </p:txBody>
      </p:sp>
      <p:sp>
        <p:nvSpPr>
          <p:cNvPr id="6" name="Slide Number Placeholder 5">
            <a:extLst>
              <a:ext uri="{FF2B5EF4-FFF2-40B4-BE49-F238E27FC236}">
                <a16:creationId xmlns:a16="http://schemas.microsoft.com/office/drawing/2014/main" id="{DDCF8E5A-407F-1733-28C4-1DBED90E93B7}"/>
              </a:ext>
            </a:extLst>
          </p:cNvPr>
          <p:cNvSpPr>
            <a:spLocks noGrp="1"/>
          </p:cNvSpPr>
          <p:nvPr>
            <p:ph type="sldNum" sz="quarter" idx="4"/>
          </p:nvPr>
        </p:nvSpPr>
        <p:spPr/>
        <p:txBody>
          <a:bodyPr/>
          <a:lstStyle/>
          <a:p>
            <a:pPr defTabSz="888980"/>
            <a:fld id="{3A65056A-10E9-40C8-A093-AA138EB7B919}" type="slidenum">
              <a:rPr lang="de-DE" smtClean="0"/>
              <a:pPr defTabSz="888980"/>
              <a:t>8</a:t>
            </a:fld>
            <a:endParaRPr lang="de-DE" dirty="0"/>
          </a:p>
        </p:txBody>
      </p:sp>
      <p:graphicFrame>
        <p:nvGraphicFramePr>
          <p:cNvPr id="8" name="Table 7">
            <a:extLst>
              <a:ext uri="{FF2B5EF4-FFF2-40B4-BE49-F238E27FC236}">
                <a16:creationId xmlns:a16="http://schemas.microsoft.com/office/drawing/2014/main" id="{6B7F9D90-B487-3E06-F844-CC9403BF7438}"/>
              </a:ext>
            </a:extLst>
          </p:cNvPr>
          <p:cNvGraphicFramePr>
            <a:graphicFrameLocks noGrp="1"/>
          </p:cNvGraphicFramePr>
          <p:nvPr>
            <p:extLst>
              <p:ext uri="{D42A27DB-BD31-4B8C-83A1-F6EECF244321}">
                <p14:modId xmlns:p14="http://schemas.microsoft.com/office/powerpoint/2010/main" val="667853784"/>
              </p:ext>
            </p:extLst>
          </p:nvPr>
        </p:nvGraphicFramePr>
        <p:xfrm>
          <a:off x="772042" y="546432"/>
          <a:ext cx="12093353" cy="6099384"/>
        </p:xfrm>
        <a:graphic>
          <a:graphicData uri="http://schemas.openxmlformats.org/drawingml/2006/table">
            <a:tbl>
              <a:tblPr/>
              <a:tblGrid>
                <a:gridCol w="4031118">
                  <a:extLst>
                    <a:ext uri="{9D8B030D-6E8A-4147-A177-3AD203B41FA5}">
                      <a16:colId xmlns:a16="http://schemas.microsoft.com/office/drawing/2014/main" val="3984026951"/>
                    </a:ext>
                  </a:extLst>
                </a:gridCol>
                <a:gridCol w="2539270">
                  <a:extLst>
                    <a:ext uri="{9D8B030D-6E8A-4147-A177-3AD203B41FA5}">
                      <a16:colId xmlns:a16="http://schemas.microsoft.com/office/drawing/2014/main" val="3700793953"/>
                    </a:ext>
                  </a:extLst>
                </a:gridCol>
                <a:gridCol w="5522965">
                  <a:extLst>
                    <a:ext uri="{9D8B030D-6E8A-4147-A177-3AD203B41FA5}">
                      <a16:colId xmlns:a16="http://schemas.microsoft.com/office/drawing/2014/main" val="2397571291"/>
                    </a:ext>
                  </a:extLst>
                </a:gridCol>
              </a:tblGrid>
              <a:tr h="177835">
                <a:tc>
                  <a:txBody>
                    <a:bodyPr/>
                    <a:lstStyle/>
                    <a:p>
                      <a:pPr>
                        <a:buNone/>
                      </a:pPr>
                      <a:r>
                        <a:rPr lang="en-US" sz="1600" b="1" dirty="0"/>
                        <a:t>Purpose</a:t>
                      </a:r>
                    </a:p>
                  </a:txBody>
                  <a:tcPr marL="376" marR="376" marT="188" marB="188" anchor="ctr">
                    <a:lnL>
                      <a:noFill/>
                    </a:lnL>
                    <a:lnR>
                      <a:noFill/>
                    </a:lnR>
                    <a:lnT>
                      <a:noFill/>
                    </a:lnT>
                    <a:lnB>
                      <a:noFill/>
                    </a:lnB>
                    <a:noFill/>
                  </a:tcPr>
                </a:tc>
                <a:tc>
                  <a:txBody>
                    <a:bodyPr/>
                    <a:lstStyle/>
                    <a:p>
                      <a:pPr>
                        <a:buNone/>
                      </a:pPr>
                      <a:r>
                        <a:rPr lang="en-US" sz="1600" b="1"/>
                        <a:t>Story</a:t>
                      </a:r>
                    </a:p>
                  </a:txBody>
                  <a:tcPr marL="376" marR="376" marT="188" marB="188" anchor="ctr">
                    <a:lnL>
                      <a:noFill/>
                    </a:lnL>
                    <a:lnR>
                      <a:noFill/>
                    </a:lnR>
                    <a:lnT>
                      <a:noFill/>
                    </a:lnT>
                    <a:lnB>
                      <a:noFill/>
                    </a:lnB>
                    <a:noFill/>
                  </a:tcPr>
                </a:tc>
                <a:tc>
                  <a:txBody>
                    <a:bodyPr/>
                    <a:lstStyle/>
                    <a:p>
                      <a:pPr>
                        <a:buNone/>
                      </a:pPr>
                      <a:r>
                        <a:rPr lang="en-US" sz="1600" b="1" dirty="0"/>
                        <a:t>Trial Summary</a:t>
                      </a:r>
                    </a:p>
                  </a:txBody>
                  <a:tcPr marL="376" marR="376" marT="188" marB="188" anchor="ctr">
                    <a:lnL>
                      <a:noFill/>
                    </a:lnL>
                    <a:lnR>
                      <a:noFill/>
                    </a:lnR>
                    <a:lnT>
                      <a:noFill/>
                    </a:lnT>
                    <a:lnB>
                      <a:noFill/>
                    </a:lnB>
                    <a:noFill/>
                  </a:tcPr>
                </a:tc>
                <a:extLst>
                  <a:ext uri="{0D108BD9-81ED-4DB2-BD59-A6C34878D82A}">
                    <a16:rowId xmlns:a16="http://schemas.microsoft.com/office/drawing/2014/main" val="1487230800"/>
                  </a:ext>
                </a:extLst>
              </a:tr>
              <a:tr h="177835">
                <a:tc>
                  <a:txBody>
                    <a:bodyPr/>
                    <a:lstStyle/>
                    <a:p>
                      <a:pPr>
                        <a:buNone/>
                      </a:pPr>
                      <a:r>
                        <a:rPr lang="en-US" sz="1600" dirty="0"/>
                        <a:t>Learn how to restore and renew your energy.</a:t>
                      </a:r>
                    </a:p>
                  </a:txBody>
                  <a:tcPr marL="376" marR="376" marT="188" marB="188" anchor="ctr">
                    <a:lnL>
                      <a:noFill/>
                    </a:lnL>
                    <a:lnR>
                      <a:noFill/>
                    </a:lnR>
                    <a:lnT>
                      <a:noFill/>
                    </a:lnT>
                    <a:lnB>
                      <a:noFill/>
                    </a:lnB>
                    <a:noFill/>
                  </a:tcPr>
                </a:tc>
                <a:tc>
                  <a:txBody>
                    <a:bodyPr/>
                    <a:lstStyle/>
                    <a:p>
                      <a:pPr>
                        <a:buNone/>
                      </a:pPr>
                      <a:r>
                        <a:rPr lang="en-US" sz="1600"/>
                        <a:t>Sharpen the Saw</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recovery</a:t>
                      </a:r>
                    </a:p>
                    <a:p>
                      <a:pPr marL="228600" indent="-228600">
                        <a:buFont typeface="+mj-lt"/>
                        <a:buAutoNum type="arabicPeriod"/>
                      </a:pPr>
                      <a:r>
                        <a:rPr lang="en-US" sz="1600" dirty="0"/>
                        <a:t>Experiment with recovery practices</a:t>
                      </a:r>
                    </a:p>
                    <a:p>
                      <a:pPr marL="228600" indent="-228600">
                        <a:buFont typeface="+mj-lt"/>
                        <a:buAutoNum type="arabicPeriod"/>
                      </a:pPr>
                      <a:r>
                        <a:rPr lang="en-US" sz="1600" dirty="0"/>
                        <a:t>Build recovery habits</a:t>
                      </a:r>
                    </a:p>
                  </a:txBody>
                  <a:tcPr marL="376" marR="376" marT="188" marB="188" anchor="ctr">
                    <a:lnL>
                      <a:noFill/>
                    </a:lnL>
                    <a:lnR>
                      <a:noFill/>
                    </a:lnR>
                    <a:lnT>
                      <a:noFill/>
                    </a:lnT>
                    <a:lnB>
                      <a:noFill/>
                    </a:lnB>
                    <a:noFill/>
                  </a:tcPr>
                </a:tc>
                <a:extLst>
                  <a:ext uri="{0D108BD9-81ED-4DB2-BD59-A6C34878D82A}">
                    <a16:rowId xmlns:a16="http://schemas.microsoft.com/office/drawing/2014/main" val="841909278"/>
                  </a:ext>
                </a:extLst>
              </a:tr>
              <a:tr h="177835">
                <a:tc>
                  <a:txBody>
                    <a:bodyPr/>
                    <a:lstStyle/>
                    <a:p>
                      <a:pPr>
                        <a:buNone/>
                      </a:pPr>
                      <a:r>
                        <a:rPr lang="en-US" sz="1600"/>
                        <a:t>Identify the recurring patterns, fears, and beliefs limiting growth.</a:t>
                      </a:r>
                    </a:p>
                  </a:txBody>
                  <a:tcPr marL="376" marR="376" marT="188" marB="188" anchor="ctr">
                    <a:lnL>
                      <a:noFill/>
                    </a:lnL>
                    <a:lnR>
                      <a:noFill/>
                    </a:lnR>
                    <a:lnT>
                      <a:noFill/>
                    </a:lnT>
                    <a:lnB>
                      <a:noFill/>
                    </a:lnB>
                    <a:noFill/>
                  </a:tcPr>
                </a:tc>
                <a:tc>
                  <a:txBody>
                    <a:bodyPr/>
                    <a:lstStyle/>
                    <a:p>
                      <a:pPr>
                        <a:buNone/>
                      </a:pPr>
                      <a:r>
                        <a:rPr lang="en-US" sz="1600"/>
                        <a:t>Carl Jung and the Shadow</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Identify recurring patterns</a:t>
                      </a:r>
                    </a:p>
                    <a:p>
                      <a:pPr marL="228600" indent="-228600">
                        <a:buFont typeface="+mj-lt"/>
                        <a:buAutoNum type="arabicPeriod"/>
                      </a:pPr>
                      <a:r>
                        <a:rPr lang="en-US" sz="1600" dirty="0"/>
                        <a:t>Observe patterns in daily life</a:t>
                      </a:r>
                    </a:p>
                    <a:p>
                      <a:pPr marL="228600" indent="-228600">
                        <a:buFont typeface="+mj-lt"/>
                        <a:buAutoNum type="arabicPeriod"/>
                      </a:pPr>
                      <a:r>
                        <a:rPr lang="en-US" sz="1600" dirty="0"/>
                        <a:t>Journal on scars and recurring behaviors</a:t>
                      </a:r>
                    </a:p>
                  </a:txBody>
                  <a:tcPr marL="376" marR="376" marT="188" marB="188" anchor="ctr">
                    <a:lnL>
                      <a:noFill/>
                    </a:lnL>
                    <a:lnR>
                      <a:noFill/>
                    </a:lnR>
                    <a:lnT>
                      <a:noFill/>
                    </a:lnT>
                    <a:lnB>
                      <a:noFill/>
                    </a:lnB>
                    <a:noFill/>
                  </a:tcPr>
                </a:tc>
                <a:extLst>
                  <a:ext uri="{0D108BD9-81ED-4DB2-BD59-A6C34878D82A}">
                    <a16:rowId xmlns:a16="http://schemas.microsoft.com/office/drawing/2014/main" val="790873640"/>
                  </a:ext>
                </a:extLst>
              </a:tr>
              <a:tr h="177835">
                <a:tc>
                  <a:txBody>
                    <a:bodyPr/>
                    <a:lstStyle/>
                    <a:p>
                      <a:pPr>
                        <a:buNone/>
                      </a:pPr>
                      <a:r>
                        <a:rPr lang="en-US" sz="1600"/>
                        <a:t>Align your life, energy, strengths, and goals into a coherent whole.</a:t>
                      </a:r>
                    </a:p>
                  </a:txBody>
                  <a:tcPr marL="376" marR="376" marT="188" marB="188" anchor="ctr">
                    <a:lnL>
                      <a:noFill/>
                    </a:lnL>
                    <a:lnR>
                      <a:noFill/>
                    </a:lnR>
                    <a:lnT>
                      <a:noFill/>
                    </a:lnT>
                    <a:lnB>
                      <a:noFill/>
                    </a:lnB>
                    <a:noFill/>
                  </a:tcPr>
                </a:tc>
                <a:tc>
                  <a:txBody>
                    <a:bodyPr/>
                    <a:lstStyle/>
                    <a:p>
                      <a:pPr>
                        <a:buNone/>
                      </a:pPr>
                      <a:r>
                        <a:rPr lang="en-US" sz="1600"/>
                        <a:t>The Big Rocks</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Identify alignment patterns</a:t>
                      </a:r>
                    </a:p>
                    <a:p>
                      <a:pPr marL="228600" indent="-228600">
                        <a:buFont typeface="+mj-lt"/>
                        <a:buAutoNum type="arabicPeriod"/>
                      </a:pPr>
                      <a:r>
                        <a:rPr lang="en-US" sz="1600" dirty="0"/>
                        <a:t>Audit a life area for alignment</a:t>
                      </a:r>
                    </a:p>
                    <a:p>
                      <a:pPr marL="228600" indent="-228600">
                        <a:buFont typeface="+mj-lt"/>
                        <a:buAutoNum type="arabicPeriod"/>
                      </a:pPr>
                      <a:r>
                        <a:rPr lang="en-US" sz="1600" dirty="0"/>
                        <a:t>Link vision to values and strengths</a:t>
                      </a:r>
                    </a:p>
                  </a:txBody>
                  <a:tcPr marL="376" marR="376" marT="188" marB="188" anchor="ctr">
                    <a:lnL>
                      <a:noFill/>
                    </a:lnL>
                    <a:lnR>
                      <a:noFill/>
                    </a:lnR>
                    <a:lnT>
                      <a:noFill/>
                    </a:lnT>
                    <a:lnB>
                      <a:noFill/>
                    </a:lnB>
                    <a:noFill/>
                  </a:tcPr>
                </a:tc>
                <a:extLst>
                  <a:ext uri="{0D108BD9-81ED-4DB2-BD59-A6C34878D82A}">
                    <a16:rowId xmlns:a16="http://schemas.microsoft.com/office/drawing/2014/main" val="3183779247"/>
                  </a:ext>
                </a:extLst>
              </a:tr>
              <a:tr h="177835">
                <a:tc>
                  <a:txBody>
                    <a:bodyPr/>
                    <a:lstStyle/>
                    <a:p>
                      <a:pPr>
                        <a:buNone/>
                      </a:pPr>
                      <a:r>
                        <a:rPr lang="en-US" sz="1600"/>
                        <a:t>Build capability in others through trust and delegation.</a:t>
                      </a:r>
                    </a:p>
                  </a:txBody>
                  <a:tcPr marL="376" marR="376" marT="188" marB="188" anchor="ctr">
                    <a:lnL>
                      <a:noFill/>
                    </a:lnL>
                    <a:lnR>
                      <a:noFill/>
                    </a:lnR>
                    <a:lnT>
                      <a:noFill/>
                    </a:lnT>
                    <a:lnB>
                      <a:noFill/>
                    </a:lnB>
                    <a:noFill/>
                  </a:tcPr>
                </a:tc>
                <a:tc>
                  <a:txBody>
                    <a:bodyPr/>
                    <a:lstStyle/>
                    <a:p>
                      <a:pPr>
                        <a:buNone/>
                      </a:pPr>
                      <a:r>
                        <a:rPr lang="en-US" sz="1600"/>
                        <a:t>The King's Successor</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Reflect on inspiring leadership</a:t>
                      </a:r>
                    </a:p>
                    <a:p>
                      <a:pPr marL="228600" indent="-228600">
                        <a:buFont typeface="+mj-lt"/>
                        <a:buAutoNum type="arabicPeriod"/>
                      </a:pPr>
                      <a:r>
                        <a:rPr lang="en-US" sz="1600" dirty="0"/>
                        <a:t>Practice meaningful delegation</a:t>
                      </a:r>
                    </a:p>
                    <a:p>
                      <a:pPr marL="228600" indent="-228600">
                        <a:buFont typeface="+mj-lt"/>
                        <a:buAutoNum type="arabicPeriod"/>
                      </a:pPr>
                      <a:r>
                        <a:rPr lang="en-US" sz="1600" dirty="0"/>
                        <a:t>Conduct team reviews</a:t>
                      </a:r>
                    </a:p>
                  </a:txBody>
                  <a:tcPr marL="376" marR="376" marT="188" marB="188" anchor="ctr">
                    <a:lnL>
                      <a:noFill/>
                    </a:lnL>
                    <a:lnR>
                      <a:noFill/>
                    </a:lnR>
                    <a:lnT>
                      <a:noFill/>
                    </a:lnT>
                    <a:lnB>
                      <a:noFill/>
                    </a:lnB>
                    <a:noFill/>
                  </a:tcPr>
                </a:tc>
                <a:extLst>
                  <a:ext uri="{0D108BD9-81ED-4DB2-BD59-A6C34878D82A}">
                    <a16:rowId xmlns:a16="http://schemas.microsoft.com/office/drawing/2014/main" val="1708677841"/>
                  </a:ext>
                </a:extLst>
              </a:tr>
              <a:tr h="177835">
                <a:tc>
                  <a:txBody>
                    <a:bodyPr/>
                    <a:lstStyle/>
                    <a:p>
                      <a:pPr>
                        <a:buNone/>
                      </a:pPr>
                      <a:r>
                        <a:rPr lang="en-US" sz="1600"/>
                        <a:t>Build systems that make execution easier and more reliable.</a:t>
                      </a:r>
                    </a:p>
                  </a:txBody>
                  <a:tcPr marL="376" marR="376" marT="188" marB="188" anchor="ctr">
                    <a:lnL>
                      <a:noFill/>
                    </a:lnL>
                    <a:lnR>
                      <a:noFill/>
                    </a:lnR>
                    <a:lnT>
                      <a:noFill/>
                    </a:lnT>
                    <a:lnB>
                      <a:noFill/>
                    </a:lnB>
                    <a:noFill/>
                  </a:tcPr>
                </a:tc>
                <a:tc>
                  <a:txBody>
                    <a:bodyPr/>
                    <a:lstStyle/>
                    <a:p>
                      <a:pPr>
                        <a:buNone/>
                      </a:pPr>
                      <a:r>
                        <a:rPr lang="en-US" sz="1600"/>
                        <a:t>Atomic Habits</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Design your execution system</a:t>
                      </a:r>
                    </a:p>
                    <a:p>
                      <a:pPr marL="228600" indent="-228600">
                        <a:buFont typeface="+mj-lt"/>
                        <a:buAutoNum type="arabicPeriod"/>
                      </a:pPr>
                      <a:r>
                        <a:rPr lang="en-US" sz="1600" dirty="0"/>
                        <a:t>Build systems to reduce friction</a:t>
                      </a:r>
                    </a:p>
                    <a:p>
                      <a:pPr marL="228600" indent="-228600">
                        <a:buFont typeface="+mj-lt"/>
                        <a:buAutoNum type="arabicPeriod"/>
                      </a:pPr>
                      <a:r>
                        <a:rPr lang="en-US" sz="1600" dirty="0"/>
                        <a:t>Sustain execution routines</a:t>
                      </a:r>
                    </a:p>
                  </a:txBody>
                  <a:tcPr marL="376" marR="376" marT="188" marB="188" anchor="ctr">
                    <a:lnL>
                      <a:noFill/>
                    </a:lnL>
                    <a:lnR>
                      <a:noFill/>
                    </a:lnR>
                    <a:lnT>
                      <a:noFill/>
                    </a:lnT>
                    <a:lnB>
                      <a:noFill/>
                    </a:lnB>
                    <a:noFill/>
                  </a:tcPr>
                </a:tc>
                <a:extLst>
                  <a:ext uri="{0D108BD9-81ED-4DB2-BD59-A6C34878D82A}">
                    <a16:rowId xmlns:a16="http://schemas.microsoft.com/office/drawing/2014/main" val="130367137"/>
                  </a:ext>
                </a:extLst>
              </a:tr>
              <a:tr h="177835">
                <a:tc>
                  <a:txBody>
                    <a:bodyPr/>
                    <a:lstStyle/>
                    <a:p>
                      <a:pPr>
                        <a:buNone/>
                      </a:pPr>
                      <a:r>
                        <a:rPr lang="en-US" sz="1600" dirty="0"/>
                        <a:t>Invest energy intentionally and protect it through systems.</a:t>
                      </a:r>
                    </a:p>
                  </a:txBody>
                  <a:tcPr marL="376" marR="376" marT="188" marB="188" anchor="ctr">
                    <a:lnL>
                      <a:noFill/>
                    </a:lnL>
                    <a:lnR>
                      <a:noFill/>
                    </a:lnR>
                    <a:lnT>
                      <a:noFill/>
                    </a:lnT>
                    <a:lnB>
                      <a:noFill/>
                    </a:lnB>
                    <a:noFill/>
                  </a:tcPr>
                </a:tc>
                <a:tc>
                  <a:txBody>
                    <a:bodyPr/>
                    <a:lstStyle/>
                    <a:p>
                      <a:pPr>
                        <a:buNone/>
                      </a:pPr>
                      <a:r>
                        <a:rPr lang="en-US" sz="1600"/>
                        <a:t>Messi &amp; LeBron</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Analyze energy allocation</a:t>
                      </a:r>
                    </a:p>
                    <a:p>
                      <a:pPr marL="228600" indent="-228600">
                        <a:buFont typeface="+mj-lt"/>
                        <a:buAutoNum type="arabicPeriod"/>
                      </a:pPr>
                      <a:r>
                        <a:rPr lang="en-US" sz="1600" dirty="0"/>
                        <a:t>Remove an energy leak</a:t>
                      </a:r>
                    </a:p>
                    <a:p>
                      <a:pPr marL="228600" indent="-228600">
                        <a:buFont typeface="+mj-lt"/>
                        <a:buAutoNum type="arabicPeriod"/>
                      </a:pPr>
                      <a:r>
                        <a:rPr lang="en-US" sz="1600" dirty="0"/>
                        <a:t>Operate an energy system</a:t>
                      </a:r>
                    </a:p>
                  </a:txBody>
                  <a:tcPr marL="376" marR="376" marT="188" marB="188" anchor="ctr">
                    <a:lnL>
                      <a:noFill/>
                    </a:lnL>
                    <a:lnR>
                      <a:noFill/>
                    </a:lnR>
                    <a:lnT>
                      <a:noFill/>
                    </a:lnT>
                    <a:lnB>
                      <a:noFill/>
                    </a:lnB>
                    <a:noFill/>
                  </a:tcPr>
                </a:tc>
                <a:extLst>
                  <a:ext uri="{0D108BD9-81ED-4DB2-BD59-A6C34878D82A}">
                    <a16:rowId xmlns:a16="http://schemas.microsoft.com/office/drawing/2014/main" val="3531149246"/>
                  </a:ext>
                </a:extLst>
              </a:tr>
              <a:tr h="177835">
                <a:tc>
                  <a:txBody>
                    <a:bodyPr/>
                    <a:lstStyle/>
                    <a:p>
                      <a:pPr>
                        <a:buNone/>
                      </a:pPr>
                      <a:r>
                        <a:rPr lang="en-US" sz="1600"/>
                        <a:t>Transform self-awareness into deliberate growth.</a:t>
                      </a:r>
                    </a:p>
                  </a:txBody>
                  <a:tcPr marL="376" marR="376" marT="188" marB="188" anchor="ctr">
                    <a:lnL>
                      <a:noFill/>
                    </a:lnL>
                    <a:lnR>
                      <a:noFill/>
                    </a:lnR>
                    <a:lnT>
                      <a:noFill/>
                    </a:lnT>
                    <a:lnB>
                      <a:noFill/>
                    </a:lnB>
                    <a:noFill/>
                  </a:tcPr>
                </a:tc>
                <a:tc>
                  <a:txBody>
                    <a:bodyPr/>
                    <a:lstStyle/>
                    <a:p>
                      <a:pPr>
                        <a:buNone/>
                      </a:pPr>
                      <a:r>
                        <a:rPr lang="en-US" sz="1600"/>
                        <a:t>Benjamin Franklin's Virtue System</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Create a growth blueprint</a:t>
                      </a:r>
                    </a:p>
                    <a:p>
                      <a:pPr marL="228600" indent="-228600">
                        <a:buFont typeface="+mj-lt"/>
                        <a:buAutoNum type="arabicPeriod"/>
                      </a:pPr>
                      <a:r>
                        <a:rPr lang="en-US" sz="1600" dirty="0"/>
                        <a:t>Practice a growth experiment</a:t>
                      </a:r>
                    </a:p>
                    <a:p>
                      <a:pPr marL="228600" indent="-228600">
                        <a:buFont typeface="+mj-lt"/>
                        <a:buAutoNum type="arabicPeriod"/>
                      </a:pPr>
                      <a:r>
                        <a:rPr lang="en-US" sz="1600" dirty="0"/>
                        <a:t>Journal on behavioral change</a:t>
                      </a:r>
                    </a:p>
                  </a:txBody>
                  <a:tcPr marL="376" marR="376" marT="188" marB="188" anchor="ctr">
                    <a:lnL>
                      <a:noFill/>
                    </a:lnL>
                    <a:lnR>
                      <a:noFill/>
                    </a:lnR>
                    <a:lnT>
                      <a:noFill/>
                    </a:lnT>
                    <a:lnB>
                      <a:noFill/>
                    </a:lnB>
                    <a:noFill/>
                  </a:tcPr>
                </a:tc>
                <a:extLst>
                  <a:ext uri="{0D108BD9-81ED-4DB2-BD59-A6C34878D82A}">
                    <a16:rowId xmlns:a16="http://schemas.microsoft.com/office/drawing/2014/main" val="1156366953"/>
                  </a:ext>
                </a:extLst>
              </a:tr>
              <a:tr h="177835">
                <a:tc>
                  <a:txBody>
                    <a:bodyPr/>
                    <a:lstStyle/>
                    <a:p>
                      <a:pPr>
                        <a:buNone/>
                      </a:pPr>
                      <a:r>
                        <a:rPr lang="en-US" sz="1600"/>
                        <a:t>Help others discover purpose, alignment, and direction.</a:t>
                      </a:r>
                    </a:p>
                  </a:txBody>
                  <a:tcPr marL="376" marR="376" marT="188" marB="188" anchor="ctr">
                    <a:lnL>
                      <a:noFill/>
                    </a:lnL>
                    <a:lnR>
                      <a:noFill/>
                    </a:lnR>
                    <a:lnT>
                      <a:noFill/>
                    </a:lnT>
                    <a:lnB>
                      <a:noFill/>
                    </a:lnB>
                    <a:noFill/>
                  </a:tcPr>
                </a:tc>
                <a:tc>
                  <a:txBody>
                    <a:bodyPr/>
                    <a:lstStyle/>
                    <a:p>
                      <a:pPr>
                        <a:buNone/>
                      </a:pPr>
                      <a:r>
                        <a:rPr lang="en-US" sz="1600"/>
                        <a:t>The Old Man and the Trees</a:t>
                      </a:r>
                    </a:p>
                  </a:txBody>
                  <a:tcPr marL="376" marR="376" marT="188" marB="188" anchor="ctr">
                    <a:lnL>
                      <a:noFill/>
                    </a:lnL>
                    <a:lnR>
                      <a:noFill/>
                    </a:lnR>
                    <a:lnT>
                      <a:noFill/>
                    </a:lnT>
                    <a:lnB>
                      <a:noFill/>
                    </a:lnB>
                    <a:noFill/>
                  </a:tcPr>
                </a:tc>
                <a:tc>
                  <a:txBody>
                    <a:bodyPr/>
                    <a:lstStyle/>
                    <a:p>
                      <a:pPr marL="228600" indent="-228600">
                        <a:buFont typeface="+mj-lt"/>
                        <a:buAutoNum type="arabicPeriod"/>
                      </a:pPr>
                      <a:r>
                        <a:rPr lang="en-US" sz="1600" dirty="0"/>
                        <a:t>Distill your wisdom</a:t>
                      </a:r>
                    </a:p>
                    <a:p>
                      <a:pPr marL="228600" indent="-228600">
                        <a:buFont typeface="+mj-lt"/>
                        <a:buAutoNum type="arabicPeriod"/>
                      </a:pPr>
                      <a:r>
                        <a:rPr lang="en-US" sz="1600" dirty="0"/>
                        <a:t>Guide another person's vision journey</a:t>
                      </a:r>
                    </a:p>
                    <a:p>
                      <a:pPr marL="228600" indent="-228600">
                        <a:buFont typeface="+mj-lt"/>
                        <a:buAutoNum type="arabicPeriod"/>
                      </a:pPr>
                      <a:r>
                        <a:rPr lang="en-US" sz="1600" dirty="0"/>
                        <a:t>Build a support network around vision</a:t>
                      </a:r>
                    </a:p>
                  </a:txBody>
                  <a:tcPr marL="376" marR="376" marT="188" marB="188" anchor="ctr">
                    <a:lnL>
                      <a:noFill/>
                    </a:lnL>
                    <a:lnR>
                      <a:noFill/>
                    </a:lnR>
                    <a:lnT>
                      <a:noFill/>
                    </a:lnT>
                    <a:lnB>
                      <a:noFill/>
                    </a:lnB>
                    <a:noFill/>
                  </a:tcPr>
                </a:tc>
                <a:extLst>
                  <a:ext uri="{0D108BD9-81ED-4DB2-BD59-A6C34878D82A}">
                    <a16:rowId xmlns:a16="http://schemas.microsoft.com/office/drawing/2014/main" val="582422252"/>
                  </a:ext>
                </a:extLst>
              </a:tr>
            </a:tbl>
          </a:graphicData>
        </a:graphic>
      </p:graphicFrame>
    </p:spTree>
    <p:extLst>
      <p:ext uri="{BB962C8B-B14F-4D97-AF65-F5344CB8AC3E}">
        <p14:creationId xmlns:p14="http://schemas.microsoft.com/office/powerpoint/2010/main" val="262548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AFB4-26F1-B6F6-941B-A546470CDB1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44804D6-E29B-2A60-305B-A1DAEC34AC20}"/>
              </a:ext>
            </a:extLst>
          </p:cNvPr>
          <p:cNvSpPr>
            <a:spLocks noGrp="1"/>
          </p:cNvSpPr>
          <p:nvPr>
            <p:ph type="body" sz="quarter" idx="19"/>
          </p:nvPr>
        </p:nvSpPr>
        <p:spPr/>
        <p:txBody>
          <a:bodyPr/>
          <a:lstStyle/>
          <a:p>
            <a:endParaRPr lang="en-US"/>
          </a:p>
        </p:txBody>
      </p:sp>
      <p:sp>
        <p:nvSpPr>
          <p:cNvPr id="4" name="Footer Placeholder 3">
            <a:extLst>
              <a:ext uri="{FF2B5EF4-FFF2-40B4-BE49-F238E27FC236}">
                <a16:creationId xmlns:a16="http://schemas.microsoft.com/office/drawing/2014/main" id="{D265172F-EE04-DF5C-F3FD-46EF653D1976}"/>
              </a:ext>
            </a:extLst>
          </p:cNvPr>
          <p:cNvSpPr>
            <a:spLocks noGrp="1"/>
          </p:cNvSpPr>
          <p:nvPr>
            <p:ph type="ftr" sz="quarter" idx="17"/>
          </p:nvPr>
        </p:nvSpPr>
        <p:spPr/>
        <p:txBody>
          <a:bodyPr/>
          <a:lstStyle/>
          <a:p>
            <a:pPr defTabSz="888980"/>
            <a:endParaRPr lang="de-DE" dirty="0"/>
          </a:p>
        </p:txBody>
      </p:sp>
      <p:sp>
        <p:nvSpPr>
          <p:cNvPr id="5" name="Text Placeholder 4">
            <a:extLst>
              <a:ext uri="{FF2B5EF4-FFF2-40B4-BE49-F238E27FC236}">
                <a16:creationId xmlns:a16="http://schemas.microsoft.com/office/drawing/2014/main" id="{6BEAA0B5-E2DE-E64D-D530-FF97441B2677}"/>
              </a:ext>
            </a:extLst>
          </p:cNvPr>
          <p:cNvSpPr>
            <a:spLocks noGrp="1"/>
          </p:cNvSpPr>
          <p:nvPr>
            <p:ph type="body" sz="quarter" idx="14"/>
          </p:nvPr>
        </p:nvSpPr>
        <p:spPr/>
        <p:txBody>
          <a:bodyPr/>
          <a:lstStyle/>
          <a:p>
            <a:endParaRPr lang="en-US"/>
          </a:p>
        </p:txBody>
      </p:sp>
      <p:sp>
        <p:nvSpPr>
          <p:cNvPr id="6" name="Slide Number Placeholder 5">
            <a:extLst>
              <a:ext uri="{FF2B5EF4-FFF2-40B4-BE49-F238E27FC236}">
                <a16:creationId xmlns:a16="http://schemas.microsoft.com/office/drawing/2014/main" id="{A31D57D6-2EC9-0B5A-6763-0D5563A387B5}"/>
              </a:ext>
            </a:extLst>
          </p:cNvPr>
          <p:cNvSpPr>
            <a:spLocks noGrp="1"/>
          </p:cNvSpPr>
          <p:nvPr>
            <p:ph type="sldNum" sz="quarter" idx="4"/>
          </p:nvPr>
        </p:nvSpPr>
        <p:spPr/>
        <p:txBody>
          <a:bodyPr/>
          <a:lstStyle/>
          <a:p>
            <a:pPr defTabSz="888980"/>
            <a:fld id="{3A65056A-10E9-40C8-A093-AA138EB7B919}" type="slidenum">
              <a:rPr lang="de-DE" smtClean="0"/>
              <a:pPr defTabSz="888980"/>
              <a:t>9</a:t>
            </a:fld>
            <a:endParaRPr lang="de-DE" dirty="0"/>
          </a:p>
        </p:txBody>
      </p:sp>
      <p:graphicFrame>
        <p:nvGraphicFramePr>
          <p:cNvPr id="8" name="Table 7">
            <a:extLst>
              <a:ext uri="{FF2B5EF4-FFF2-40B4-BE49-F238E27FC236}">
                <a16:creationId xmlns:a16="http://schemas.microsoft.com/office/drawing/2014/main" id="{46CD158A-8677-D200-4B26-0B9B11EA0D11}"/>
              </a:ext>
            </a:extLst>
          </p:cNvPr>
          <p:cNvGraphicFramePr>
            <a:graphicFrameLocks noGrp="1"/>
          </p:cNvGraphicFramePr>
          <p:nvPr>
            <p:extLst>
              <p:ext uri="{D42A27DB-BD31-4B8C-83A1-F6EECF244321}">
                <p14:modId xmlns:p14="http://schemas.microsoft.com/office/powerpoint/2010/main" val="2155827142"/>
              </p:ext>
            </p:extLst>
          </p:nvPr>
        </p:nvGraphicFramePr>
        <p:xfrm>
          <a:off x="772042" y="546432"/>
          <a:ext cx="12093353" cy="3171800"/>
        </p:xfrm>
        <a:graphic>
          <a:graphicData uri="http://schemas.openxmlformats.org/drawingml/2006/table">
            <a:tbl>
              <a:tblPr/>
              <a:tblGrid>
                <a:gridCol w="4031118">
                  <a:extLst>
                    <a:ext uri="{9D8B030D-6E8A-4147-A177-3AD203B41FA5}">
                      <a16:colId xmlns:a16="http://schemas.microsoft.com/office/drawing/2014/main" val="3984026951"/>
                    </a:ext>
                  </a:extLst>
                </a:gridCol>
                <a:gridCol w="2539270">
                  <a:extLst>
                    <a:ext uri="{9D8B030D-6E8A-4147-A177-3AD203B41FA5}">
                      <a16:colId xmlns:a16="http://schemas.microsoft.com/office/drawing/2014/main" val="3700793953"/>
                    </a:ext>
                  </a:extLst>
                </a:gridCol>
                <a:gridCol w="5522965">
                  <a:extLst>
                    <a:ext uri="{9D8B030D-6E8A-4147-A177-3AD203B41FA5}">
                      <a16:colId xmlns:a16="http://schemas.microsoft.com/office/drawing/2014/main" val="2397571291"/>
                    </a:ext>
                  </a:extLst>
                </a:gridCol>
              </a:tblGrid>
              <a:tr h="177835">
                <a:tc>
                  <a:txBody>
                    <a:bodyPr/>
                    <a:lstStyle/>
                    <a:p>
                      <a:pPr>
                        <a:buNone/>
                      </a:pPr>
                      <a:r>
                        <a:rPr lang="en-US" sz="1600" b="1" dirty="0"/>
                        <a:t>Purpose</a:t>
                      </a:r>
                    </a:p>
                  </a:txBody>
                  <a:tcPr marL="376" marR="376" marT="188" marB="188" anchor="ctr">
                    <a:lnL>
                      <a:noFill/>
                    </a:lnL>
                    <a:lnR>
                      <a:noFill/>
                    </a:lnR>
                    <a:lnT>
                      <a:noFill/>
                    </a:lnT>
                    <a:lnB>
                      <a:noFill/>
                    </a:lnB>
                    <a:noFill/>
                  </a:tcPr>
                </a:tc>
                <a:tc>
                  <a:txBody>
                    <a:bodyPr/>
                    <a:lstStyle/>
                    <a:p>
                      <a:pPr>
                        <a:buNone/>
                      </a:pPr>
                      <a:r>
                        <a:rPr lang="en-US" sz="1600" b="1"/>
                        <a:t>Story</a:t>
                      </a:r>
                    </a:p>
                  </a:txBody>
                  <a:tcPr marL="376" marR="376" marT="188" marB="188" anchor="ctr">
                    <a:lnL>
                      <a:noFill/>
                    </a:lnL>
                    <a:lnR>
                      <a:noFill/>
                    </a:lnR>
                    <a:lnT>
                      <a:noFill/>
                    </a:lnT>
                    <a:lnB>
                      <a:noFill/>
                    </a:lnB>
                    <a:noFill/>
                  </a:tcPr>
                </a:tc>
                <a:tc>
                  <a:txBody>
                    <a:bodyPr/>
                    <a:lstStyle/>
                    <a:p>
                      <a:pPr>
                        <a:buNone/>
                      </a:pPr>
                      <a:r>
                        <a:rPr lang="en-US" sz="1600" b="1" dirty="0"/>
                        <a:t>Trial Summary</a:t>
                      </a:r>
                    </a:p>
                  </a:txBody>
                  <a:tcPr marL="376" marR="376" marT="188" marB="188" anchor="ctr">
                    <a:lnL>
                      <a:noFill/>
                    </a:lnL>
                    <a:lnR>
                      <a:noFill/>
                    </a:lnR>
                    <a:lnT>
                      <a:noFill/>
                    </a:lnT>
                    <a:lnB>
                      <a:noFill/>
                    </a:lnB>
                    <a:noFill/>
                  </a:tcPr>
                </a:tc>
                <a:extLst>
                  <a:ext uri="{0D108BD9-81ED-4DB2-BD59-A6C34878D82A}">
                    <a16:rowId xmlns:a16="http://schemas.microsoft.com/office/drawing/2014/main" val="1487230800"/>
                  </a:ext>
                </a:extLst>
              </a:tr>
              <a:tr h="177835">
                <a:tc>
                  <a:txBody>
                    <a:bodyPr/>
                    <a:lstStyle/>
                    <a:p>
                      <a:pPr>
                        <a:buNone/>
                      </a:pPr>
                      <a:r>
                        <a:rPr lang="en-US" sz="1600" dirty="0"/>
                        <a:t>Multiply leadership by developing others.</a:t>
                      </a:r>
                    </a:p>
                  </a:txBody>
                  <a:tcPr marL="376" marR="376" marT="188" marB="188" anchor="ctr">
                    <a:lnL>
                      <a:noFill/>
                    </a:lnL>
                    <a:lnR>
                      <a:noFill/>
                    </a:lnR>
                    <a:lnT>
                      <a:noFill/>
                    </a:lnT>
                    <a:lnB>
                      <a:noFill/>
                    </a:lnB>
                    <a:noFill/>
                  </a:tcPr>
                </a:tc>
                <a:tc>
                  <a:txBody>
                    <a:bodyPr/>
                    <a:lstStyle/>
                    <a:p>
                      <a:pPr>
                        <a:buNone/>
                      </a:pPr>
                      <a:r>
                        <a:rPr lang="en-US" sz="1600"/>
                        <a:t>The Candle</a:t>
                      </a:r>
                    </a:p>
                  </a:txBody>
                  <a:tcPr marL="376" marR="376" marT="188" marB="188" anchor="ctr">
                    <a:lnL>
                      <a:noFill/>
                    </a:lnL>
                    <a:lnR>
                      <a:noFill/>
                    </a:lnR>
                    <a:lnT>
                      <a:noFill/>
                    </a:lnT>
                    <a:lnB>
                      <a:noFill/>
                    </a:lnB>
                    <a:noFill/>
                  </a:tcPr>
                </a:tc>
                <a:tc>
                  <a:txBody>
                    <a:bodyPr/>
                    <a:lstStyle/>
                    <a:p>
                      <a:pPr>
                        <a:buNone/>
                      </a:pPr>
                      <a:r>
                        <a:rPr lang="en-US" sz="1600" dirty="0"/>
                        <a:t>Define your leadership legacy</a:t>
                      </a:r>
                    </a:p>
                    <a:p>
                      <a:pPr>
                        <a:buNone/>
                      </a:pPr>
                      <a:r>
                        <a:rPr lang="en-US" sz="1600" dirty="0"/>
                        <a:t>Mentor and coach others</a:t>
                      </a:r>
                    </a:p>
                    <a:p>
                      <a:pPr>
                        <a:buNone/>
                      </a:pPr>
                      <a:r>
                        <a:rPr lang="en-US" sz="1600" dirty="0"/>
                        <a:t>Demonstrate leadership multiplication</a:t>
                      </a:r>
                    </a:p>
                  </a:txBody>
                  <a:tcPr marL="376" marR="376" marT="188" marB="188" anchor="ctr">
                    <a:lnL>
                      <a:noFill/>
                    </a:lnL>
                    <a:lnR>
                      <a:noFill/>
                    </a:lnR>
                    <a:lnT>
                      <a:noFill/>
                    </a:lnT>
                    <a:lnB>
                      <a:noFill/>
                    </a:lnB>
                    <a:noFill/>
                  </a:tcPr>
                </a:tc>
                <a:extLst>
                  <a:ext uri="{0D108BD9-81ED-4DB2-BD59-A6C34878D82A}">
                    <a16:rowId xmlns:a16="http://schemas.microsoft.com/office/drawing/2014/main" val="1339631446"/>
                  </a:ext>
                </a:extLst>
              </a:tr>
              <a:tr h="177835">
                <a:tc>
                  <a:txBody>
                    <a:bodyPr/>
                    <a:lstStyle/>
                    <a:p>
                      <a:pPr>
                        <a:buNone/>
                      </a:pPr>
                      <a:r>
                        <a:rPr lang="en-US" sz="1600"/>
                        <a:t>Create operating models that enable teams to execute consistently.</a:t>
                      </a:r>
                    </a:p>
                  </a:txBody>
                  <a:tcPr marL="376" marR="376" marT="188" marB="188" anchor="ctr">
                    <a:lnL>
                      <a:noFill/>
                    </a:lnL>
                    <a:lnR>
                      <a:noFill/>
                    </a:lnR>
                    <a:lnT>
                      <a:noFill/>
                    </a:lnT>
                    <a:lnB>
                      <a:noFill/>
                    </a:lnB>
                    <a:noFill/>
                  </a:tcPr>
                </a:tc>
                <a:tc>
                  <a:txBody>
                    <a:bodyPr/>
                    <a:lstStyle/>
                    <a:p>
                      <a:pPr>
                        <a:buNone/>
                      </a:pPr>
                      <a:r>
                        <a:rPr lang="en-US" sz="1600"/>
                        <a:t>Toyota Production System</a:t>
                      </a:r>
                    </a:p>
                  </a:txBody>
                  <a:tcPr marL="376" marR="376" marT="188" marB="188" anchor="ctr">
                    <a:lnL>
                      <a:noFill/>
                    </a:lnL>
                    <a:lnR>
                      <a:noFill/>
                    </a:lnR>
                    <a:lnT>
                      <a:noFill/>
                    </a:lnT>
                    <a:lnB>
                      <a:noFill/>
                    </a:lnB>
                    <a:noFill/>
                  </a:tcPr>
                </a:tc>
                <a:tc>
                  <a:txBody>
                    <a:bodyPr/>
                    <a:lstStyle/>
                    <a:p>
                      <a:pPr>
                        <a:buNone/>
                      </a:pPr>
                      <a:r>
                        <a:rPr lang="en-US" sz="1600" dirty="0"/>
                        <a:t>Audit ownership gaps</a:t>
                      </a:r>
                    </a:p>
                    <a:p>
                      <a:pPr>
                        <a:buNone/>
                      </a:pPr>
                      <a:r>
                        <a:rPr lang="en-US" sz="1600" dirty="0"/>
                        <a:t>Clarify accountability and decision rights</a:t>
                      </a:r>
                    </a:p>
                    <a:p>
                      <a:pPr>
                        <a:buNone/>
                      </a:pPr>
                      <a:r>
                        <a:rPr lang="en-US" sz="1600" dirty="0"/>
                        <a:t>Build governance rhythms</a:t>
                      </a:r>
                    </a:p>
                  </a:txBody>
                  <a:tcPr marL="376" marR="376" marT="188" marB="188" anchor="ctr">
                    <a:lnL>
                      <a:noFill/>
                    </a:lnL>
                    <a:lnR>
                      <a:noFill/>
                    </a:lnR>
                    <a:lnT>
                      <a:noFill/>
                    </a:lnT>
                    <a:lnB>
                      <a:noFill/>
                    </a:lnB>
                    <a:noFill/>
                  </a:tcPr>
                </a:tc>
                <a:extLst>
                  <a:ext uri="{0D108BD9-81ED-4DB2-BD59-A6C34878D82A}">
                    <a16:rowId xmlns:a16="http://schemas.microsoft.com/office/drawing/2014/main" val="3305375367"/>
                  </a:ext>
                </a:extLst>
              </a:tr>
              <a:tr h="177835">
                <a:tc>
                  <a:txBody>
                    <a:bodyPr/>
                    <a:lstStyle/>
                    <a:p>
                      <a:pPr>
                        <a:buNone/>
                      </a:pPr>
                      <a:r>
                        <a:rPr lang="en-US" sz="1600"/>
                        <a:t>Become a source of energy for others.</a:t>
                      </a:r>
                    </a:p>
                  </a:txBody>
                  <a:tcPr marL="376" marR="376" marT="188" marB="188" anchor="ctr">
                    <a:lnL>
                      <a:noFill/>
                    </a:lnL>
                    <a:lnR>
                      <a:noFill/>
                    </a:lnR>
                    <a:lnT>
                      <a:noFill/>
                    </a:lnT>
                    <a:lnB>
                      <a:noFill/>
                    </a:lnB>
                    <a:noFill/>
                  </a:tcPr>
                </a:tc>
                <a:tc>
                  <a:txBody>
                    <a:bodyPr/>
                    <a:lstStyle/>
                    <a:p>
                      <a:pPr>
                        <a:buNone/>
                      </a:pPr>
                      <a:r>
                        <a:rPr lang="en-US" sz="1600"/>
                        <a:t>Nelson Mandela</a:t>
                      </a:r>
                    </a:p>
                  </a:txBody>
                  <a:tcPr marL="376" marR="376" marT="188" marB="188" anchor="ctr">
                    <a:lnL>
                      <a:noFill/>
                    </a:lnL>
                    <a:lnR>
                      <a:noFill/>
                    </a:lnR>
                    <a:lnT>
                      <a:noFill/>
                    </a:lnT>
                    <a:lnB>
                      <a:noFill/>
                    </a:lnB>
                    <a:noFill/>
                  </a:tcPr>
                </a:tc>
                <a:tc>
                  <a:txBody>
                    <a:bodyPr/>
                    <a:lstStyle/>
                    <a:p>
                      <a:pPr>
                        <a:buNone/>
                      </a:pPr>
                      <a:r>
                        <a:rPr lang="en-US" sz="1600" dirty="0"/>
                        <a:t>Reflect on the energy you create</a:t>
                      </a:r>
                    </a:p>
                    <a:p>
                      <a:pPr>
                        <a:buNone/>
                      </a:pPr>
                      <a:r>
                        <a:rPr lang="en-US" sz="1600" dirty="0"/>
                        <a:t>Help another person improve resilience</a:t>
                      </a:r>
                    </a:p>
                    <a:p>
                      <a:pPr>
                        <a:buNone/>
                      </a:pPr>
                      <a:r>
                        <a:rPr lang="en-US" sz="1600" dirty="0"/>
                        <a:t>Document examples of energizing others</a:t>
                      </a:r>
                    </a:p>
                  </a:txBody>
                  <a:tcPr marL="376" marR="376" marT="188" marB="188" anchor="ctr">
                    <a:lnL>
                      <a:noFill/>
                    </a:lnL>
                    <a:lnR>
                      <a:noFill/>
                    </a:lnR>
                    <a:lnT>
                      <a:noFill/>
                    </a:lnT>
                    <a:lnB>
                      <a:noFill/>
                    </a:lnB>
                    <a:noFill/>
                  </a:tcPr>
                </a:tc>
                <a:extLst>
                  <a:ext uri="{0D108BD9-81ED-4DB2-BD59-A6C34878D82A}">
                    <a16:rowId xmlns:a16="http://schemas.microsoft.com/office/drawing/2014/main" val="4208624848"/>
                  </a:ext>
                </a:extLst>
              </a:tr>
              <a:tr h="177835">
                <a:tc>
                  <a:txBody>
                    <a:bodyPr/>
                    <a:lstStyle/>
                    <a:p>
                      <a:pPr>
                        <a:buNone/>
                      </a:pPr>
                      <a:r>
                        <a:rPr lang="en-US" sz="1600" dirty="0"/>
                        <a:t>Help others recognize patterns and accelerate growth.</a:t>
                      </a:r>
                    </a:p>
                  </a:txBody>
                  <a:tcPr marL="376" marR="376" marT="188" marB="188" anchor="ctr">
                    <a:lnL>
                      <a:noFill/>
                    </a:lnL>
                    <a:lnR>
                      <a:noFill/>
                    </a:lnR>
                    <a:lnT>
                      <a:noFill/>
                    </a:lnT>
                    <a:lnB>
                      <a:noFill/>
                    </a:lnB>
                    <a:noFill/>
                  </a:tcPr>
                </a:tc>
                <a:tc>
                  <a:txBody>
                    <a:bodyPr/>
                    <a:lstStyle/>
                    <a:p>
                      <a:pPr>
                        <a:buNone/>
                      </a:pPr>
                      <a:r>
                        <a:rPr lang="en-US" sz="1600"/>
                        <a:t>Socrates and the Art of Questions</a:t>
                      </a:r>
                    </a:p>
                  </a:txBody>
                  <a:tcPr marL="376" marR="376" marT="188" marB="188" anchor="ctr">
                    <a:lnL>
                      <a:noFill/>
                    </a:lnL>
                    <a:lnR>
                      <a:noFill/>
                    </a:lnR>
                    <a:lnT>
                      <a:noFill/>
                    </a:lnT>
                    <a:lnB>
                      <a:noFill/>
                    </a:lnB>
                    <a:noFill/>
                  </a:tcPr>
                </a:tc>
                <a:tc>
                  <a:txBody>
                    <a:bodyPr/>
                    <a:lstStyle/>
                    <a:p>
                      <a:pPr>
                        <a:buNone/>
                      </a:pPr>
                      <a:r>
                        <a:rPr lang="en-US" sz="1600" dirty="0"/>
                        <a:t>Distill wisdom worth sharing</a:t>
                      </a:r>
                    </a:p>
                    <a:p>
                      <a:pPr>
                        <a:buNone/>
                      </a:pPr>
                      <a:r>
                        <a:rPr lang="en-US" sz="1600" dirty="0"/>
                        <a:t>Coach through questions</a:t>
                      </a:r>
                    </a:p>
                    <a:p>
                      <a:pPr>
                        <a:buNone/>
                      </a:pPr>
                      <a:r>
                        <a:rPr lang="en-US" sz="1600" dirty="0"/>
                        <a:t>Journal on helping others grow</a:t>
                      </a:r>
                    </a:p>
                  </a:txBody>
                  <a:tcPr marL="376" marR="376" marT="188" marB="188" anchor="ctr">
                    <a:lnL>
                      <a:noFill/>
                    </a:lnL>
                    <a:lnR>
                      <a:noFill/>
                    </a:lnR>
                    <a:lnT>
                      <a:noFill/>
                    </a:lnT>
                    <a:lnB>
                      <a:noFill/>
                    </a:lnB>
                    <a:noFill/>
                  </a:tcPr>
                </a:tc>
                <a:extLst>
                  <a:ext uri="{0D108BD9-81ED-4DB2-BD59-A6C34878D82A}">
                    <a16:rowId xmlns:a16="http://schemas.microsoft.com/office/drawing/2014/main" val="2401037278"/>
                  </a:ext>
                </a:extLst>
              </a:tr>
            </a:tbl>
          </a:graphicData>
        </a:graphic>
      </p:graphicFrame>
    </p:spTree>
    <p:extLst>
      <p:ext uri="{BB962C8B-B14F-4D97-AF65-F5344CB8AC3E}">
        <p14:creationId xmlns:p14="http://schemas.microsoft.com/office/powerpoint/2010/main" val="3194700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0D4A689-D350-7D43-3002-101D3E825A20}"/>
              </a:ext>
            </a:extLst>
          </p:cNvPr>
          <p:cNvSpPr>
            <a:spLocks noGrp="1"/>
          </p:cNvSpPr>
          <p:nvPr>
            <p:ph type="body" sz="quarter" idx="19"/>
          </p:nvPr>
        </p:nvSpPr>
        <p:spPr/>
        <p:txBody>
          <a:bodyPr/>
          <a:lstStyle/>
          <a:p>
            <a:endParaRPr lang="en-AU"/>
          </a:p>
        </p:txBody>
      </p:sp>
      <p:sp>
        <p:nvSpPr>
          <p:cNvPr id="8" name="Subtitle 7">
            <a:extLst>
              <a:ext uri="{FF2B5EF4-FFF2-40B4-BE49-F238E27FC236}">
                <a16:creationId xmlns:a16="http://schemas.microsoft.com/office/drawing/2014/main" id="{069106E5-72DF-5C2D-766F-673439611FBE}"/>
              </a:ext>
            </a:extLst>
          </p:cNvPr>
          <p:cNvSpPr>
            <a:spLocks noGrp="1"/>
          </p:cNvSpPr>
          <p:nvPr>
            <p:ph type="subTitle" idx="13"/>
          </p:nvPr>
        </p:nvSpPr>
        <p:spPr/>
        <p:txBody>
          <a:bodyPr/>
          <a:lstStyle/>
          <a:p>
            <a:endParaRPr lang="en-AU"/>
          </a:p>
        </p:txBody>
      </p:sp>
      <p:sp>
        <p:nvSpPr>
          <p:cNvPr id="5" name="Footer Placeholder 4">
            <a:extLst>
              <a:ext uri="{FF2B5EF4-FFF2-40B4-BE49-F238E27FC236}">
                <a16:creationId xmlns:a16="http://schemas.microsoft.com/office/drawing/2014/main" id="{67C8825E-AA01-CC1F-68DD-FAB0A3293F31}"/>
              </a:ext>
            </a:extLst>
          </p:cNvPr>
          <p:cNvSpPr>
            <a:spLocks noGrp="1"/>
          </p:cNvSpPr>
          <p:nvPr>
            <p:ph type="ftr" sz="quarter" idx="17"/>
          </p:nvPr>
        </p:nvSpPr>
        <p:spPr>
          <a:xfrm>
            <a:off x="1210340" y="7307632"/>
            <a:ext cx="10411747" cy="108000"/>
          </a:xfrm>
        </p:spPr>
        <p:txBody>
          <a:bodyPr/>
          <a:lstStyle/>
          <a:p>
            <a:endParaRPr lang="de-DE" dirty="0"/>
          </a:p>
        </p:txBody>
      </p:sp>
      <p:sp>
        <p:nvSpPr>
          <p:cNvPr id="9" name="Text Placeholder 8">
            <a:extLst>
              <a:ext uri="{FF2B5EF4-FFF2-40B4-BE49-F238E27FC236}">
                <a16:creationId xmlns:a16="http://schemas.microsoft.com/office/drawing/2014/main" id="{639C05F7-82A5-89AF-DF11-D16B83C3109C}"/>
              </a:ext>
            </a:extLst>
          </p:cNvPr>
          <p:cNvSpPr>
            <a:spLocks noGrp="1"/>
          </p:cNvSpPr>
          <p:nvPr>
            <p:ph type="body" sz="quarter" idx="14"/>
          </p:nvPr>
        </p:nvSpPr>
        <p:spPr/>
        <p:txBody>
          <a:bodyPr/>
          <a:lstStyle/>
          <a:p>
            <a:endParaRPr lang="en-AU"/>
          </a:p>
        </p:txBody>
      </p:sp>
      <p:sp>
        <p:nvSpPr>
          <p:cNvPr id="11" name="Title 10">
            <a:extLst>
              <a:ext uri="{FF2B5EF4-FFF2-40B4-BE49-F238E27FC236}">
                <a16:creationId xmlns:a16="http://schemas.microsoft.com/office/drawing/2014/main" id="{EFB833EE-4032-4877-9758-8BFBC3A84758}"/>
              </a:ext>
            </a:extLst>
          </p:cNvPr>
          <p:cNvSpPr>
            <a:spLocks noGrp="1"/>
          </p:cNvSpPr>
          <p:nvPr>
            <p:ph type="title"/>
          </p:nvPr>
        </p:nvSpPr>
        <p:spPr>
          <a:xfrm>
            <a:off x="431800" y="750777"/>
            <a:ext cx="12572376" cy="307777"/>
          </a:xfrm>
        </p:spPr>
        <p:txBody>
          <a:bodyPr vert="horz" lIns="0" tIns="0" rIns="0" bIns="0" rtlCol="0" anchor="t" anchorCtr="0">
            <a:spAutoFit/>
          </a:bodyPr>
          <a:lstStyle/>
          <a:p>
            <a:r>
              <a:rPr lang="en-US"/>
              <a:t>Disclaimer</a:t>
            </a:r>
          </a:p>
        </p:txBody>
      </p:sp>
      <p:sp>
        <p:nvSpPr>
          <p:cNvPr id="4" name="Slide Number Placeholder 3">
            <a:extLst>
              <a:ext uri="{FF2B5EF4-FFF2-40B4-BE49-F238E27FC236}">
                <a16:creationId xmlns:a16="http://schemas.microsoft.com/office/drawing/2014/main" id="{4183DEC9-088D-6BC0-7C16-402CA541C6A4}"/>
              </a:ext>
            </a:extLst>
          </p:cNvPr>
          <p:cNvSpPr>
            <a:spLocks noGrp="1"/>
          </p:cNvSpPr>
          <p:nvPr>
            <p:ph type="sldNum" sz="quarter" idx="4"/>
          </p:nvPr>
        </p:nvSpPr>
        <p:spPr>
          <a:xfrm>
            <a:off x="13007975" y="7307632"/>
            <a:ext cx="432000" cy="108000"/>
          </a:xfrm>
        </p:spPr>
        <p:txBody>
          <a:bodyPr/>
          <a:lstStyle/>
          <a:p>
            <a:fld id="{3A65056A-10E9-40C8-A093-AA138EB7B919}" type="slidenum">
              <a:rPr lang="de-DE" smtClean="0"/>
              <a:pPr/>
              <a:t>10</a:t>
            </a:fld>
            <a:endParaRPr lang="de-DE"/>
          </a:p>
        </p:txBody>
      </p:sp>
      <p:sp>
        <p:nvSpPr>
          <p:cNvPr id="2" name="Disclaimer_Text">
            <a:extLst>
              <a:ext uri="{FF2B5EF4-FFF2-40B4-BE49-F238E27FC236}">
                <a16:creationId xmlns:a16="http://schemas.microsoft.com/office/drawing/2014/main" id="{9CB5DEB1-2E31-05FB-6616-6C14E8FD7020}"/>
              </a:ext>
            </a:extLst>
          </p:cNvPr>
          <p:cNvSpPr txBox="1"/>
          <p:nvPr/>
        </p:nvSpPr>
        <p:spPr>
          <a:xfrm>
            <a:off x="434868" y="1520619"/>
            <a:ext cx="12573108" cy="5109091"/>
          </a:xfrm>
          <a:prstGeom prst="rect">
            <a:avLst/>
          </a:prstGeom>
          <a:noFill/>
        </p:spPr>
        <p:txBody>
          <a:bodyPr vert="horz" wrap="square" lIns="0" tIns="0" rIns="0" bIns="0" numCol="2" spcCol="360000" rtlCol="0" anchor="b">
            <a:spAutoFit/>
          </a:bodyPr>
          <a:lstStyle/>
          <a:p>
            <a:pPr algn="just">
              <a:spcAft>
                <a:spcPts val="600"/>
              </a:spcAft>
            </a:pPr>
            <a:r>
              <a:rPr lang="en-US" sz="1200" b="1">
                <a:sym typeface="+mn-lt"/>
              </a:rPr>
              <a:t>About the Materials</a:t>
            </a:r>
          </a:p>
          <a:p>
            <a:pPr algn="just"/>
            <a:r>
              <a:rPr lang="en-US" sz="1200">
                <a:sym typeface="+mn-lt"/>
              </a:rPr>
              <a:t>This presentation and associated services ("</a:t>
            </a:r>
            <a:r>
              <a:rPr lang="en-US" sz="1200" b="1">
                <a:sym typeface="+mn-lt"/>
              </a:rPr>
              <a:t>Materials</a:t>
            </a:r>
            <a:r>
              <a:rPr lang="en-US" sz="1200">
                <a:sym typeface="+mn-lt"/>
              </a:rPr>
              <a:t>") have been prepared by the Simon-Kucher entity specified within the Materials ("</a:t>
            </a:r>
            <a:r>
              <a:rPr lang="en-US" sz="1200" b="1">
                <a:sym typeface="+mn-lt"/>
              </a:rPr>
              <a:t>Simon-Kucher</a:t>
            </a:r>
            <a:r>
              <a:rPr lang="en-US" sz="1200">
                <a:sym typeface="+mn-lt"/>
              </a:rPr>
              <a:t>") for the recipient identified in the Materials ("</a:t>
            </a:r>
            <a:r>
              <a:rPr lang="en-US" sz="1200" b="1">
                <a:sym typeface="+mn-lt"/>
              </a:rPr>
              <a:t>Recipient</a:t>
            </a:r>
            <a:r>
              <a:rPr lang="en-US" sz="1200">
                <a:sym typeface="+mn-lt"/>
              </a:rPr>
              <a:t>").</a:t>
            </a:r>
          </a:p>
          <a:p>
            <a:pPr algn="just"/>
            <a:endParaRPr lang="en-US" sz="1200" b="1">
              <a:sym typeface="+mn-lt"/>
            </a:endParaRPr>
          </a:p>
          <a:p>
            <a:pPr algn="just">
              <a:spcAft>
                <a:spcPts val="600"/>
              </a:spcAft>
            </a:pPr>
            <a:r>
              <a:rPr lang="en-US" sz="1200" b="1">
                <a:sym typeface="+mn-lt"/>
              </a:rPr>
              <a:t>Purpose of the Materials</a:t>
            </a:r>
          </a:p>
          <a:p>
            <a:pPr algn="just"/>
            <a:r>
              <a:rPr lang="en-US" sz="1200">
                <a:sym typeface="+mn-lt"/>
              </a:rPr>
              <a:t>The Materials are intended solely to facilitate discussion, and should be considered incomplete without accompanying verbal explanation. The Materials should not be relied upon as independent documentation. Simon-Kucher's Standard Terms and Conditions (a copy is available upon request), or any existing agreements between Simon-Kucher and the Recipient, shall apply to these Materials.</a:t>
            </a:r>
          </a:p>
          <a:p>
            <a:pPr algn="just"/>
            <a:endParaRPr lang="en-US" sz="1200">
              <a:sym typeface="+mn-lt"/>
            </a:endParaRPr>
          </a:p>
          <a:p>
            <a:pPr algn="just">
              <a:spcAft>
                <a:spcPts val="600"/>
              </a:spcAft>
            </a:pPr>
            <a:r>
              <a:rPr lang="en-US" sz="1200" b="1">
                <a:sym typeface="+mn-lt"/>
              </a:rPr>
              <a:t>Informational Nature</a:t>
            </a:r>
          </a:p>
          <a:p>
            <a:pPr algn="just"/>
            <a:r>
              <a:rPr lang="en-US" sz="1200">
                <a:sym typeface="+mn-lt"/>
              </a:rPr>
              <a:t>The Materials, and any advice contained herein, are for informational purposes exclusively. They do not constitute legal, accounting, tax, or any other form of professional advice. The Recipient is responsible for procuring independent advice on such matters.</a:t>
            </a:r>
          </a:p>
          <a:p>
            <a:pPr algn="just"/>
            <a:endParaRPr lang="en-US" sz="1200">
              <a:sym typeface="+mn-lt"/>
            </a:endParaRPr>
          </a:p>
          <a:p>
            <a:pPr algn="just">
              <a:spcAft>
                <a:spcPts val="600"/>
              </a:spcAft>
            </a:pPr>
            <a:r>
              <a:rPr lang="en-US" sz="1200" b="1">
                <a:sym typeface="+mn-lt"/>
              </a:rPr>
              <a:t>Reliability and Forward-Looking Statements</a:t>
            </a:r>
          </a:p>
          <a:p>
            <a:pPr algn="just"/>
            <a:r>
              <a:rPr lang="en-US" sz="1200">
                <a:sym typeface="+mn-lt"/>
              </a:rPr>
              <a:t>Simon-Kucher has endeavored to incorporate reliable, current, and thorough information and analysis, unless otherwise stipulated in an agreement between Simon-Kucher and the Recipient. Without any independent verification, Simon-Kucher has relied upon and assumed the accuracy and completeness of all information used in preparation of the Materials. Any forward-looking statements or illustrative financial projections are based on projections, estimates, and assumptions regarding the future, and uncertainties may affect their realization. Therefore, actual outcomes may differ, and there is no assurance of achieving the projected results. Simon-Kucher is under no obligation to update the Materials following the current date, notwithstanding the possibility of outdated or inaccurate information.</a:t>
            </a:r>
          </a:p>
          <a:p>
            <a:pPr algn="just"/>
            <a:endParaRPr lang="en-US" sz="1200">
              <a:sym typeface="+mn-lt"/>
            </a:endParaRPr>
          </a:p>
          <a:p>
            <a:pPr algn="just">
              <a:spcAft>
                <a:spcPts val="600"/>
              </a:spcAft>
            </a:pPr>
            <a:r>
              <a:rPr lang="en-US" sz="1200" b="1">
                <a:sym typeface="+mn-lt"/>
              </a:rPr>
              <a:t>Liability and Warranties</a:t>
            </a:r>
          </a:p>
          <a:p>
            <a:pPr algn="just"/>
            <a:r>
              <a:rPr lang="en-US" sz="1200">
                <a:sym typeface="+mn-lt"/>
              </a:rPr>
              <a:t>To the maximum extent allowed by applicable law, neither Simon-Kucher nor any shareholders, directors, agents, or employees will bear liability, responsibility, or duty of care for the actions or inactions of the Recipient, based on the information contained in the Materials. The Materials are furnished without explicit or implied guarantees of accuracy, completeness, or timeliness. Simon-Kucher does not warrant or assure specific results or performance resulting from use of the Materials. </a:t>
            </a:r>
          </a:p>
          <a:p>
            <a:pPr algn="just"/>
            <a:endParaRPr lang="en-US" sz="1200">
              <a:sym typeface="+mn-lt"/>
            </a:endParaRPr>
          </a:p>
          <a:p>
            <a:pPr algn="just">
              <a:spcAft>
                <a:spcPts val="600"/>
              </a:spcAft>
            </a:pPr>
            <a:r>
              <a:rPr lang="en-US" sz="1200" b="1">
                <a:sym typeface="+mn-lt"/>
              </a:rPr>
              <a:t>Third Party Disclosure</a:t>
            </a:r>
          </a:p>
          <a:p>
            <a:pPr algn="just"/>
            <a:r>
              <a:rPr lang="en-US" sz="1200">
                <a:sym typeface="+mn-lt"/>
              </a:rPr>
              <a:t>The Materials may not be shared with any party other than the Recipient ("</a:t>
            </a:r>
            <a:r>
              <a:rPr lang="en-US" sz="1200" b="1">
                <a:sym typeface="+mn-lt"/>
              </a:rPr>
              <a:t>Third Party</a:t>
            </a:r>
            <a:r>
              <a:rPr lang="en-US" sz="1200">
                <a:sym typeface="+mn-lt"/>
              </a:rPr>
              <a:t>"). No Third Party may rely on the Materials for any purpose. Simon-Kucher disclaims liability towards any Third Party for losses, damages, or expenses stemming from the Materials or their utilization.</a:t>
            </a:r>
          </a:p>
          <a:p>
            <a:pPr algn="just"/>
            <a:endParaRPr lang="en-US" sz="1200">
              <a:sym typeface="+mn-lt"/>
            </a:endParaRPr>
          </a:p>
          <a:p>
            <a:pPr algn="just">
              <a:spcAft>
                <a:spcPts val="600"/>
              </a:spcAft>
            </a:pPr>
            <a:r>
              <a:rPr lang="en-US" sz="1200" b="1">
                <a:sym typeface="+mn-lt"/>
              </a:rPr>
              <a:t>Intellectual Property and Confidentiality</a:t>
            </a:r>
          </a:p>
          <a:p>
            <a:pPr algn="just"/>
            <a:r>
              <a:rPr lang="en-US" sz="1200">
                <a:sym typeface="+mn-lt"/>
              </a:rPr>
              <a:t>Unless otherwise agreed in writing with the Recipient, Simon-Kucher retains all intellectual property rights in the Materials. The Materials are confidential and proprietary to Simon-Kucher. They are intended solely for the Recipient's use, as set forth in the Materials, or as mutually agreed in writing by Simon-Kucher and the Recipient. The Materials, or any portion thereof, may not be reproduced, transmitted, distributed or disclosed to any Third Party without the prior written consent of Simon-Kucher.</a:t>
            </a:r>
          </a:p>
        </p:txBody>
      </p:sp>
    </p:spTree>
    <p:custDataLst>
      <p:tags r:id="rId1"/>
    </p:custDataLst>
    <p:extLst>
      <p:ext uri="{BB962C8B-B14F-4D97-AF65-F5344CB8AC3E}">
        <p14:creationId xmlns:p14="http://schemas.microsoft.com/office/powerpoint/2010/main" val="3643907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SK_TEMPLATE_VERSION" val="251118"/>
</p:tagLst>
</file>

<file path=ppt/tags/tag2.xml><?xml version="1.0" encoding="utf-8"?>
<p:tagLst xmlns:a="http://schemas.openxmlformats.org/drawingml/2006/main" xmlns:r="http://schemas.openxmlformats.org/officeDocument/2006/relationships" xmlns:p="http://schemas.openxmlformats.org/presentationml/2006/main">
  <p:tag name="SK_CS_VERSION" val="230830"/>
</p:tagLst>
</file>

<file path=ppt/theme/theme1.xml><?xml version="1.0" encoding="utf-8"?>
<a:theme xmlns:a="http://schemas.openxmlformats.org/drawingml/2006/main" name="SimonKucher_theme_16-9">
  <a:themeElements>
    <a:clrScheme name="Simon-Kucher2">
      <a:dk1>
        <a:srgbClr val="212721"/>
      </a:dk1>
      <a:lt1>
        <a:srgbClr val="FFFFFF"/>
      </a:lt1>
      <a:dk2>
        <a:srgbClr val="6DB1C7"/>
      </a:dk2>
      <a:lt2>
        <a:srgbClr val="979191"/>
      </a:lt2>
      <a:accent1>
        <a:srgbClr val="A8B9C3"/>
      </a:accent1>
      <a:accent2>
        <a:srgbClr val="1496CC"/>
      </a:accent2>
      <a:accent3>
        <a:srgbClr val="47CCCC"/>
      </a:accent3>
      <a:accent4>
        <a:srgbClr val="7A82CC"/>
      </a:accent4>
      <a:accent5>
        <a:srgbClr val="F47A3D"/>
      </a:accent5>
      <a:accent6>
        <a:srgbClr val="FFCC00"/>
      </a:accent6>
      <a:hlink>
        <a:srgbClr val="C80041"/>
      </a:hlink>
      <a:folHlink>
        <a:srgbClr val="2DA1A1"/>
      </a:folHlink>
    </a:clrScheme>
    <a:fontScheme name="Neue Simon Kucher">
      <a:majorFont>
        <a:latin typeface="Neue Simon Kucher"/>
        <a:ea typeface=""/>
        <a:cs typeface=""/>
      </a:majorFont>
      <a:minorFont>
        <a:latin typeface="Neue Simon Kucher"/>
        <a:ea typeface=""/>
        <a:cs typeface=""/>
      </a:minorFont>
    </a:fontScheme>
    <a:fmtScheme name="Simon-Kucher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40000"/>
            <a:lumOff val="60000"/>
          </a:schemeClr>
        </a:solidFill>
        <a:ln w="9525">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6D6E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79388" indent="-179388" algn="l">
          <a:spcAft>
            <a:spcPts val="600"/>
          </a:spcAft>
          <a:buFont typeface="Wingdings" panose="05000000000000000000" pitchFamily="2" charset="2"/>
          <a:buChar char="§"/>
          <a:defRPr sz="1400" dirty="0" smtClean="0"/>
        </a:defPPr>
      </a:lstStyle>
    </a:txDef>
  </a:objectDefaults>
  <a:extraClrSchemeLst/>
  <a:custClrLst>
    <a:custClr name="Simon-Kucher Ruby">
      <a:srgbClr val="C80041"/>
    </a:custClr>
    <a:custClr name="Cranberry">
      <a:srgbClr val="9E1649"/>
    </a:custClr>
    <a:custClr name="Salmon">
      <a:srgbClr val="E8526B"/>
    </a:custClr>
    <a:custClr name="Charcol">
      <a:srgbClr val="323F48"/>
    </a:custClr>
    <a:custClr name="Light Gray">
      <a:srgbClr val="EAEEF1"/>
    </a:custClr>
    <a:custClr>
      <a:srgbClr val="FFFFFF"/>
    </a:custClr>
    <a:custClr>
      <a:srgbClr val="FFFFFF"/>
    </a:custClr>
    <a:custClr>
      <a:srgbClr val="FFFFFF"/>
    </a:custClr>
    <a:custClr>
      <a:srgbClr val="FFFFFF"/>
    </a:custClr>
    <a:custClr>
      <a:srgbClr val="FFFFFF"/>
    </a:custClr>
    <a:custClr name="Traffic Green">
      <a:srgbClr val="2FA74D"/>
    </a:custClr>
    <a:custClr name="Traffic Orange">
      <a:srgbClr val="FFCC66"/>
    </a:custClr>
    <a:custClr name="Traffic Red">
      <a:srgbClr val="E45444"/>
    </a:custClr>
    <a:custClr name="Gold">
      <a:srgbClr val="E4BF28"/>
    </a:custClr>
    <a:custClr name="Silver">
      <a:srgbClr val="BFBFBF"/>
    </a:custClr>
    <a:custClr name="Bronze">
      <a:srgbClr val="CB8F46"/>
    </a:custClr>
    <a:custClr>
      <a:srgbClr val="FFFFFF"/>
    </a:custClr>
    <a:custClr>
      <a:srgbClr val="FFFFFF"/>
    </a:custClr>
    <a:custClr>
      <a:srgbClr val="FFFFFF"/>
    </a:custClr>
    <a:custClr>
      <a:srgbClr val="FFFFFF"/>
    </a:custClr>
    <a:custClr>
      <a:srgbClr val="63BE7B"/>
    </a:custClr>
    <a:custClr>
      <a:srgbClr val="86C97E"/>
    </a:custClr>
    <a:custClr>
      <a:srgbClr val="A9D27F"/>
    </a:custClr>
    <a:custClr>
      <a:srgbClr val="CCDD82"/>
    </a:custClr>
    <a:custClr>
      <a:srgbClr val="EEE683"/>
    </a:custClr>
    <a:custClr>
      <a:srgbClr val="FCDA7C"/>
    </a:custClr>
    <a:custClr>
      <a:srgbClr val="F6B86E"/>
    </a:custClr>
    <a:custClr>
      <a:srgbClr val="F09760"/>
    </a:custClr>
    <a:custClr>
      <a:srgbClr val="EA7552"/>
    </a:custClr>
    <a:custClr>
      <a:srgbClr val="E45444"/>
    </a:custClr>
    <a:custClr>
      <a:srgbClr val="B1DEBD"/>
    </a:custClr>
    <a:custClr>
      <a:srgbClr val="C2E4BE"/>
    </a:custClr>
    <a:custClr>
      <a:srgbClr val="D4E8BF"/>
    </a:custClr>
    <a:custClr>
      <a:srgbClr val="E5EEC0"/>
    </a:custClr>
    <a:custClr>
      <a:srgbClr val="F6F2C1"/>
    </a:custClr>
    <a:custClr>
      <a:srgbClr val="FDECBD"/>
    </a:custClr>
    <a:custClr>
      <a:srgbClr val="FADBB6"/>
    </a:custClr>
    <a:custClr>
      <a:srgbClr val="F7CBAF"/>
    </a:custClr>
    <a:custClr>
      <a:srgbClr val="F4BAA8"/>
    </a:custClr>
    <a:custClr>
      <a:srgbClr val="F1A9A1"/>
    </a:custClr>
    <a:custClr>
      <a:srgbClr val="D0EBD7"/>
    </a:custClr>
    <a:custClr>
      <a:srgbClr val="DAEFD8"/>
    </a:custClr>
    <a:custClr>
      <a:srgbClr val="E5F1D8"/>
    </a:custClr>
    <a:custClr>
      <a:srgbClr val="F0F5D9"/>
    </a:custClr>
    <a:custClr>
      <a:srgbClr val="FAF7DA"/>
    </a:custClr>
    <a:custClr>
      <a:srgbClr val="FEF4D7"/>
    </a:custClr>
    <a:custClr>
      <a:srgbClr val="FCEAD3"/>
    </a:custClr>
    <a:custClr>
      <a:srgbClr val="FAE0CF"/>
    </a:custClr>
    <a:custClr>
      <a:srgbClr val="F9D5CB"/>
    </a:custClr>
    <a:custClr>
      <a:srgbClr val="F7CBC7"/>
    </a:custClr>
  </a:custClrLst>
  <a:extLst>
    <a:ext uri="{05A4C25C-085E-4340-85A3-A5531E510DB2}">
      <thm15:themeFamily xmlns:thm15="http://schemas.microsoft.com/office/thememl/2012/main" name="Simon-Kucher_2026 - Copy.potx" id="{6F64FE6F-6A06-43B1-A062-38F564A55385}" vid="{35D3A797-F3E4-470F-8354-1EF99E45CC07}"/>
    </a:ext>
  </a:extLst>
</a:theme>
</file>

<file path=ppt/theme/theme2.xml><?xml version="1.0" encoding="utf-8"?>
<a:theme xmlns:a="http://schemas.openxmlformats.org/drawingml/2006/main" name="Office Theme">
  <a:themeElements>
    <a:clrScheme name="Simon-Kucher2">
      <a:dk1>
        <a:srgbClr val="212721"/>
      </a:dk1>
      <a:lt1>
        <a:srgbClr val="FFFFFF"/>
      </a:lt1>
      <a:dk2>
        <a:srgbClr val="6DB1C7"/>
      </a:dk2>
      <a:lt2>
        <a:srgbClr val="9E968F"/>
      </a:lt2>
      <a:accent1>
        <a:srgbClr val="A8B9C3"/>
      </a:accent1>
      <a:accent2>
        <a:srgbClr val="1496CC"/>
      </a:accent2>
      <a:accent3>
        <a:srgbClr val="47CCCC"/>
      </a:accent3>
      <a:accent4>
        <a:srgbClr val="7A82CC"/>
      </a:accent4>
      <a:accent5>
        <a:srgbClr val="F47A3D"/>
      </a:accent5>
      <a:accent6>
        <a:srgbClr val="FFCC00"/>
      </a:accent6>
      <a:hlink>
        <a:srgbClr val="C80041"/>
      </a:hlink>
      <a:folHlink>
        <a:srgbClr val="2DA1A1"/>
      </a:folHlink>
    </a:clrScheme>
    <a:fontScheme name="Neue Simon Kucher">
      <a:majorFont>
        <a:latin typeface="Neue Simon Kucher"/>
        <a:ea typeface=""/>
        <a:cs typeface=""/>
      </a:majorFont>
      <a:minorFont>
        <a:latin typeface="Neue Simon Kuch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41</TotalTime>
  <Words>2190</Words>
  <Application>Microsoft Office PowerPoint</Application>
  <PresentationFormat>Custom</PresentationFormat>
  <Paragraphs>299</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Symbol</vt:lpstr>
      <vt:lpstr>Neue Simon Kucher</vt:lpstr>
      <vt:lpstr>Wingdings</vt:lpstr>
      <vt:lpstr>SimonKucher_theme_16-9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Disclaimer</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Yala Kaluma</dc:creator>
  <cp:lastModifiedBy>Yala Kaluma</cp:lastModifiedBy>
  <cp:revision>1</cp:revision>
  <dcterms:created xsi:type="dcterms:W3CDTF">2026-06-21T07:54:42Z</dcterms:created>
  <dcterms:modified xsi:type="dcterms:W3CDTF">2026-06-21T08:36:27Z</dcterms:modified>
</cp:coreProperties>
</file>