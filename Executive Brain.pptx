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14" r:id="rId1"/>
  </p:sldMasterIdLst>
  <p:notesMasterIdLst>
    <p:notesMasterId r:id="rId4"/>
  </p:notesMasterIdLst>
  <p:sldIdLst>
    <p:sldId id="2147478556" r:id="rId2"/>
    <p:sldId id="2147478557" r:id="rId3"/>
  </p:sldIdLst>
  <p:sldSz cx="13439775" cy="7559675"/>
  <p:notesSz cx="6794500" cy="9931400"/>
  <p:embeddedFontLst>
    <p:embeddedFont>
      <p:font typeface="Neue Simon Kucher" panose="00000500000000000000" pitchFamily="2" charset="0"/>
      <p:regular r:id="rId5"/>
      <p:bold r:id="rId6"/>
      <p:italic r:id="rId7"/>
      <p:boldItalic r:id="rId8"/>
    </p:embeddedFont>
  </p:embeddedFontLst>
  <p:custDataLst>
    <p:tags r:id="rId9"/>
  </p:custDataLst>
  <p:defaultTextStyle>
    <a:defPPr>
      <a:defRPr lang="de-DE"/>
    </a:defPPr>
    <a:lvl1pPr marL="0" algn="l" defTabSz="99549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745" algn="l" defTabSz="99549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491" algn="l" defTabSz="99549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236" algn="l" defTabSz="99549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0982" algn="l" defTabSz="99549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8727" algn="l" defTabSz="99549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6473" algn="l" defTabSz="99549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219" algn="l" defTabSz="99549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1964" algn="l" defTabSz="99549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8466" userDrawn="1">
          <p15:clr>
            <a:srgbClr val="A4A3A4"/>
          </p15:clr>
        </p15:guide>
        <p15:guide id="3" orient="horz" pos="23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141A1E"/>
    <a:srgbClr val="DDE4E8"/>
    <a:srgbClr val="EAEEF1"/>
    <a:srgbClr val="E5EAED"/>
    <a:srgbClr val="DCE3E7"/>
    <a:srgbClr val="121719"/>
    <a:srgbClr val="DEE4E8"/>
    <a:srgbClr val="EEF1F3"/>
    <a:srgbClr val="FDB926"/>
    <a:srgbClr val="FF8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0EE697-DAB6-4CC6-B496-040891EC17D7}">
  <a:tblStyle styleId="{260EE697-DAB6-4CC6-B496-040891EC17D7}" styleName="Simon-Kucher 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 w="9525" cmpd="sng">
              <a:solidFill>
                <a:schemeClr val="accent1"/>
              </a:solidFill>
            </a:ln>
          </a:insideV>
        </a:tcBdr>
        <a:fill>
          <a:solidFill>
            <a:schemeClr val="bg1"/>
          </a:solidFill>
        </a:fill>
      </a:tcStyle>
    </a:wholeTbl>
    <a:firstCol>
      <a:tcTxStyle b="on">
        <a:fontRef idx="minor">
          <a:prstClr val="black"/>
        </a:fontRef>
        <a:schemeClr val="tx1"/>
      </a:tcTxStyle>
      <a:tcStyle>
        <a:tcBdr/>
        <a:fill>
          <a:solidFill>
            <a:schemeClr val="accent1">
              <a:lumMod val="60000"/>
              <a:lumOff val="40000"/>
            </a:schemeClr>
          </a:solidFill>
        </a:fill>
      </a:tcStyle>
    </a:firstCol>
    <a:firstRow>
      <a:tcTxStyle b="on">
        <a:fontRef idx="minor">
          <a:prstClr val="black"/>
        </a:fontRef>
        <a:schemeClr val="tx1"/>
      </a:tcTxStyle>
      <a:tcStyle>
        <a:tcBdr/>
        <a:fill>
          <a:solidFill>
            <a:schemeClr val="accent1">
              <a:lumMod val="60000"/>
              <a:lumOff val="40000"/>
            </a:schemeClr>
          </a:solidFill>
        </a:fill>
      </a:tcStyle>
    </a:firstRow>
    <a:nwCell>
      <a:tcTxStyle>
        <a:fontRef idx="minor">
          <a:prstClr val="black"/>
        </a:fontRef>
        <a:schemeClr val="lt1"/>
      </a:tcTxStyle>
      <a:tcStyle>
        <a:tcBdr/>
        <a:fill>
          <a:solidFill>
            <a:schemeClr val="lt1"/>
          </a:solidFill>
        </a:fill>
      </a:tcStyle>
    </a:nwCell>
  </a:tblStyle>
  <a:tblStyle styleId="{3E2FD8D6-B0E4-41B8-835A-36A3DD6FFE8D}" styleName="Simon-Kucher 2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 w="9525" cmpd="sng">
              <a:solidFill>
                <a:schemeClr val="accent1"/>
              </a:solidFill>
            </a:ln>
          </a:insideV>
        </a:tcBdr>
        <a:fill>
          <a:solidFill>
            <a:schemeClr val="bg1"/>
          </a:solidFill>
        </a:fill>
      </a:tcStyle>
    </a:wholeTbl>
    <a:band1H>
      <a:tcStyle>
        <a:tcBdr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0" cmpd="sng">
              <a:noFill/>
            </a:ln>
          </a:insideH>
          <a:insideV>
            <a:ln w="9525" cmpd="sng">
              <a:solidFill>
                <a:schemeClr val="accent1"/>
              </a:solidFill>
            </a:ln>
          </a:insideV>
        </a:tcBdr>
        <a:fill>
          <a:solidFill>
            <a:schemeClr val="lt1"/>
          </a:solidFill>
        </a:fill>
      </a:tcStyle>
    </a:band1H>
    <a:band2H>
      <a:tcStyle>
        <a:tcBdr>
          <a:insideH>
            <a:ln w="0" cmpd="sng">
              <a:noFill/>
            </a:ln>
          </a:insideH>
          <a:insideV>
            <a:ln w="9525" cmpd="sng">
              <a:solidFill>
                <a:schemeClr val="accent1"/>
              </a:solidFill>
            </a:ln>
          </a:insideV>
        </a:tcBdr>
        <a:fill>
          <a:solidFill>
            <a:schemeClr val="accent1">
              <a:lumMod val="24000"/>
              <a:lumOff val="76000"/>
            </a:schemeClr>
          </a:solidFill>
        </a:fill>
      </a:tcStyle>
    </a:band2H>
    <a:lastCol>
      <a:tcTxStyle b="on">
        <a:fontRef idx="minor">
          <a:prstClr val="black"/>
        </a:fontRef>
        <a:schemeClr val="dk1"/>
      </a:tcTxStyle>
      <a:tcStyle>
        <a:tcBdr>
          <a:left>
            <a:ln w="0" cmpd="sng">
              <a:noFill/>
            </a:ln>
          </a:left>
          <a:insideH>
            <a:ln w="9525" cmpd="sng">
              <a:solidFill>
                <a:schemeClr val="lt1"/>
              </a:solidFill>
            </a:ln>
          </a:insideH>
        </a:tcBdr>
        <a:fill>
          <a:solidFill>
            <a:schemeClr val="accent1">
              <a:lumMod val="60000"/>
              <a:lumOff val="40000"/>
            </a:schemeClr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>
          <a:right>
            <a:ln w="0" cmpd="sng">
              <a:noFill/>
            </a:ln>
          </a:right>
          <a:insideH>
            <a:ln w="9525" cmpd="sng">
              <a:solidFill>
                <a:schemeClr val="lt1"/>
              </a:solidFill>
            </a:ln>
          </a:insideH>
        </a:tcBdr>
        <a:fill>
          <a:solidFill>
            <a:schemeClr val="accent1">
              <a:lumMod val="60000"/>
              <a:lumOff val="40000"/>
            </a:schemeClr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insideV>
            <a:ln w="9525" cmpd="sng">
              <a:solidFill>
                <a:schemeClr val="lt1"/>
              </a:solidFill>
            </a:ln>
          </a:insideV>
        </a:tcBdr>
        <a:fill>
          <a:solidFill>
            <a:schemeClr val="accent1">
              <a:lumMod val="60000"/>
              <a:lumOff val="40000"/>
            </a:schemeClr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0" cmpd="sng">
              <a:noFill/>
            </a:ln>
          </a:bottom>
          <a:insideH>
            <a:ln w="0" cmpd="sng">
              <a:noFill/>
            </a:ln>
          </a:insideH>
          <a:insideV>
            <a:ln w="9525" cmpd="sng">
              <a:solidFill>
                <a:schemeClr val="lt1"/>
              </a:solidFill>
            </a:ln>
          </a:insideV>
        </a:tcBdr>
        <a:fill>
          <a:solidFill>
            <a:schemeClr val="accent1">
              <a:lumMod val="60000"/>
              <a:lumOff val="40000"/>
            </a:schemeClr>
          </a:solidFill>
        </a:fill>
      </a:tcStyle>
    </a:firstRow>
    <a:nwCell>
      <a:tcTxStyle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056" autoAdjust="0"/>
  </p:normalViewPr>
  <p:slideViewPr>
    <p:cSldViewPr snapToGrid="0" showGuides="1">
      <p:cViewPr varScale="1">
        <p:scale>
          <a:sx n="64" d="100"/>
          <a:sy n="64" d="100"/>
        </p:scale>
        <p:origin x="428" y="52"/>
      </p:cViewPr>
      <p:guideLst>
        <p:guide pos="8466"/>
        <p:guide orient="horz" pos="23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392"/>
    </p:cViewPr>
  </p:sorterViewPr>
  <p:notesViewPr>
    <p:cSldViewPr snapToGrid="0" showGuides="1">
      <p:cViewPr varScale="1">
        <p:scale>
          <a:sx n="84" d="100"/>
          <a:sy n="84" d="100"/>
        </p:scale>
        <p:origin x="384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de-A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</a:defRPr>
            </a:lvl1pPr>
          </a:lstStyle>
          <a:p>
            <a:fld id="{514B4B08-CE09-40F6-B011-73969936B97F}" type="datetimeFigureOut">
              <a:rPr lang="de-AT" smtClean="0"/>
              <a:pPr/>
              <a:t>11.12.2025</a:t>
            </a:fld>
            <a:endParaRPr lang="de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ea typeface="+mn-ea"/>
                <a:cs typeface="+mn-cs"/>
              </a:defRPr>
            </a:lvl1pPr>
          </a:lstStyle>
          <a:p>
            <a:fld id="{E97C6A2F-F754-4DD1-BF41-9E670969E22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01228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C3DEF57-294B-4D2E-A93B-097F663E7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706083"/>
            <a:ext cx="13439775" cy="4853593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0BF6F6-BCBE-432A-A626-692A0CC74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3439775" cy="2706083"/>
            <a:chOff x="0" y="0"/>
            <a:chExt cx="13439775" cy="27060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E49E238-BCC4-46C1-AE0F-F39C137BEDA0}"/>
                </a:ext>
              </a:extLst>
            </p:cNvPr>
            <p:cNvSpPr/>
            <p:nvPr userDrawn="1"/>
          </p:nvSpPr>
          <p:spPr>
            <a:xfrm>
              <a:off x="0" y="0"/>
              <a:ext cx="13439775" cy="2706083"/>
            </a:xfrm>
            <a:prstGeom prst="rect">
              <a:avLst/>
            </a:prstGeom>
            <a:solidFill>
              <a:srgbClr val="323F4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b="1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00CB950-F3C1-48E7-A5F6-40EAD0724461}"/>
                </a:ext>
              </a:extLst>
            </p:cNvPr>
            <p:cNvSpPr/>
            <p:nvPr userDrawn="1"/>
          </p:nvSpPr>
          <p:spPr>
            <a:xfrm>
              <a:off x="0" y="2648483"/>
              <a:ext cx="13439775" cy="57600"/>
            </a:xfrm>
            <a:prstGeom prst="rect">
              <a:avLst/>
            </a:prstGeom>
            <a:solidFill>
              <a:srgbClr val="C8004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b="1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31800" y="1492552"/>
            <a:ext cx="10080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indent="0">
              <a:spcBef>
                <a:spcPts val="600"/>
              </a:spcBef>
              <a:def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70196C90-9D78-4D5F-8DD4-312347BEC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5630" y="257354"/>
            <a:ext cx="2577664" cy="1619100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6171736C-E0FC-23EB-345B-E361A941C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889200"/>
            <a:ext cx="10080000" cy="603352"/>
          </a:xfrm>
          <a:prstGeom prst="rect">
            <a:avLst/>
          </a:prstGeom>
        </p:spPr>
        <p:txBody>
          <a:bodyPr vert="horz" tIns="72000" bIns="72000"/>
          <a:lstStyle>
            <a:lvl1pPr>
              <a:lnSpc>
                <a:spcPct val="93000"/>
              </a:lnSpc>
              <a:buFontTx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B372C16-D086-07A2-25BD-02A2A57AE6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0" y="2706083"/>
            <a:ext cx="6719887" cy="4853592"/>
          </a:xfrm>
          <a:gradFill flip="none" rotWithShape="1">
            <a:gsLst>
              <a:gs pos="0">
                <a:srgbClr val="141A1E">
                  <a:alpha val="0"/>
                </a:srgbClr>
              </a:gs>
              <a:gs pos="50000">
                <a:srgbClr val="141A1E">
                  <a:alpha val="40000"/>
                </a:srgbClr>
              </a:gs>
              <a:gs pos="100000">
                <a:srgbClr val="141A1E">
                  <a:alpha val="80000"/>
                </a:srgbClr>
              </a:gs>
            </a:gsLst>
            <a:lin ang="10800000" scaled="1"/>
            <a:tileRect/>
          </a:gradFill>
        </p:spPr>
        <p:txBody>
          <a:bodyPr vert="horz" wrap="square" lIns="432000" tIns="360000" rIns="432000" bIns="72000" rtlCol="0" anchor="t" anchorCtr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600"/>
              </a:spcBef>
            </a:pPr>
            <a:r>
              <a:rPr lang="en-US"/>
              <a:t>Click to edit location, date, participants</a:t>
            </a:r>
          </a:p>
        </p:txBody>
      </p:sp>
    </p:spTree>
    <p:extLst>
      <p:ext uri="{BB962C8B-B14F-4D97-AF65-F5344CB8AC3E}">
        <p14:creationId xmlns:p14="http://schemas.microsoft.com/office/powerpoint/2010/main" val="1547012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Whit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3CF7679B-8BE7-4F20-B211-78A059ED7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3439775" cy="2706083"/>
            <a:chOff x="0" y="0"/>
            <a:chExt cx="13439775" cy="270608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64EF14A-6B78-4EF7-9A19-C79FB6CD3190}"/>
                </a:ext>
              </a:extLst>
            </p:cNvPr>
            <p:cNvSpPr/>
            <p:nvPr userDrawn="1"/>
          </p:nvSpPr>
          <p:spPr>
            <a:xfrm>
              <a:off x="0" y="0"/>
              <a:ext cx="13439775" cy="270608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CF3024-A80B-4F79-B996-D2C4A2369766}"/>
                </a:ext>
              </a:extLst>
            </p:cNvPr>
            <p:cNvSpPr/>
            <p:nvPr userDrawn="1"/>
          </p:nvSpPr>
          <p:spPr>
            <a:xfrm>
              <a:off x="0" y="2648483"/>
              <a:ext cx="13439775" cy="57600"/>
            </a:xfrm>
            <a:prstGeom prst="rect">
              <a:avLst/>
            </a:prstGeom>
            <a:solidFill>
              <a:srgbClr val="C8004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" name="Title">
            <a:extLst>
              <a:ext uri="{FF2B5EF4-FFF2-40B4-BE49-F238E27FC236}">
                <a16:creationId xmlns:a16="http://schemas.microsoft.com/office/drawing/2014/main" id="{D5C0C5B9-BE13-4A34-FC8E-4C624649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889200"/>
            <a:ext cx="10080000" cy="603352"/>
          </a:xfrm>
          <a:prstGeom prst="rect">
            <a:avLst/>
          </a:prstGeom>
        </p:spPr>
        <p:txBody>
          <a:bodyPr vert="horz" wrap="square" lIns="0" tIns="72000" rIns="0" bIns="72000" rtlCol="0" anchor="b" anchorCtr="0">
            <a:spAutoFit/>
          </a:bodyPr>
          <a:lstStyle>
            <a:lvl1pPr>
              <a:buFontTx/>
              <a:defRPr lang="en-US" sz="3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lnSpc>
                <a:spcPct val="93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800" y="1492552"/>
            <a:ext cx="10080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indent="0">
              <a:spcBef>
                <a:spcPts val="600"/>
              </a:spcBef>
              <a:defRPr lang="en-US" sz="18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DFDAD617-AE54-427F-9ED8-F3D08764F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5630" y="257354"/>
            <a:ext cx="2577664" cy="1619100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8C3CCFB-9B11-950A-CC7B-B27FDB3CF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0" y="2706083"/>
            <a:ext cx="6719887" cy="4853592"/>
          </a:xfrm>
          <a:gradFill flip="none" rotWithShape="1">
            <a:gsLst>
              <a:gs pos="0">
                <a:srgbClr val="141A1E">
                  <a:alpha val="0"/>
                </a:srgbClr>
              </a:gs>
              <a:gs pos="50000">
                <a:srgbClr val="141A1E">
                  <a:alpha val="40000"/>
                </a:srgbClr>
              </a:gs>
              <a:gs pos="100000">
                <a:srgbClr val="141A1E">
                  <a:alpha val="80000"/>
                </a:srgbClr>
              </a:gs>
            </a:gsLst>
            <a:lin ang="10800000" scaled="1"/>
            <a:tileRect/>
          </a:gradFill>
        </p:spPr>
        <p:txBody>
          <a:bodyPr vert="horz" wrap="square" lIns="432000" tIns="360000" rIns="432000" bIns="72000" rtlCol="0" anchor="t" anchorCtr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600"/>
              </a:spcBef>
            </a:pPr>
            <a:r>
              <a:rPr lang="en-US"/>
              <a:t>Click to edit location, date, participants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6FCC62F-521A-4C9A-ADCE-B909341E2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706083"/>
            <a:ext cx="13439775" cy="4852987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3280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vertical - Dark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C3DEF57-294B-4D2E-A93B-097F663E7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86801" y="1"/>
            <a:ext cx="8152973" cy="7559676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49E238-BCC4-46C1-AE0F-F39C137BE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1165238" y="1165230"/>
            <a:ext cx="7559677" cy="5229201"/>
          </a:xfrm>
          <a:prstGeom prst="rect">
            <a:avLst/>
          </a:prstGeom>
          <a:solidFill>
            <a:srgbClr val="323F4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6171736C-E0FC-23EB-345B-E361A941C87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31800" y="2813644"/>
            <a:ext cx="4491038" cy="946908"/>
          </a:xfrm>
          <a:prstGeom prst="rect">
            <a:avLst/>
          </a:prstGeom>
        </p:spPr>
        <p:txBody>
          <a:bodyPr vert="horz" tIns="72000" bIns="72000"/>
          <a:lstStyle>
            <a:lvl1pPr>
              <a:lnSpc>
                <a:spcPct val="93000"/>
              </a:lnSpc>
              <a:buFontTx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31800" y="3760552"/>
            <a:ext cx="4491038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indent="0">
              <a:spcBef>
                <a:spcPts val="600"/>
              </a:spcBef>
              <a:def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80E02D-0B35-8CDD-87B5-DB82BB481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5722392"/>
            <a:ext cx="4491037" cy="1261021"/>
          </a:xfrm>
        </p:spPr>
        <p:txBody>
          <a:bodyPr anchor="b" anchorCtr="0"/>
          <a:lstStyle>
            <a:lvl1pPr>
              <a:defRPr sz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82563" indent="-182563">
              <a:defRPr sz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2563" indent="-182563">
              <a:defRPr sz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82563" indent="-182563">
              <a:defRPr sz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buNone/>
              <a:defRPr sz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Location, date</a:t>
            </a:r>
            <a:br>
              <a:rPr lang="en-US" dirty="0"/>
            </a:br>
            <a:r>
              <a:rPr lang="en-US" dirty="0"/>
              <a:t>Participants, role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BF0692E-ABED-37B8-D737-390B294B8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4476" y="257303"/>
            <a:ext cx="2577664" cy="16190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B5EBE39-4CF7-AAA5-55B1-83B94960D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478163" y="3751037"/>
            <a:ext cx="7559677" cy="57600"/>
          </a:xfrm>
          <a:prstGeom prst="rect">
            <a:avLst/>
          </a:prstGeom>
          <a:solidFill>
            <a:srgbClr val="C8004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2649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 - Whit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C3DEF57-294B-4D2E-A93B-097F663E7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86800" y="1"/>
            <a:ext cx="8153896" cy="7559676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6171736C-E0FC-23EB-345B-E361A941C87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31800" y="2813644"/>
            <a:ext cx="4491040" cy="946908"/>
          </a:xfrm>
          <a:prstGeom prst="rect">
            <a:avLst/>
          </a:prstGeom>
        </p:spPr>
        <p:txBody>
          <a:bodyPr vert="horz" tIns="72000" bIns="72000"/>
          <a:lstStyle>
            <a:lvl1pPr>
              <a:lnSpc>
                <a:spcPct val="93000"/>
              </a:lnSpc>
              <a:buFontTx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31800" y="3760552"/>
            <a:ext cx="449104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indent="0">
              <a:spcBef>
                <a:spcPts val="600"/>
              </a:spcBef>
              <a:defRPr lang="en-US" sz="18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851776AA-5C3E-C696-6C37-31B5C033F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4476" y="257303"/>
            <a:ext cx="2577664" cy="1619099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B5F4EDBE-AE36-5C1D-1CF5-80743BCB8F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799" y="5722392"/>
            <a:ext cx="4491039" cy="1261021"/>
          </a:xfrm>
        </p:spPr>
        <p:txBody>
          <a:bodyPr anchor="b" anchorCtr="0"/>
          <a:lstStyle>
            <a:lvl1pPr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63" indent="-182563"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63" indent="-182563"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563" indent="-182563"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Location, date</a:t>
            </a:r>
            <a:br>
              <a:rPr lang="en-US" dirty="0"/>
            </a:br>
            <a:r>
              <a:rPr lang="en-US" dirty="0"/>
              <a:t>Participants, role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298C3F-BCAA-91D8-016F-DF85B9408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478161" y="3751037"/>
            <a:ext cx="7559677" cy="57600"/>
          </a:xfrm>
          <a:prstGeom prst="rect">
            <a:avLst/>
          </a:prstGeom>
          <a:solidFill>
            <a:srgbClr val="C8004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551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hit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vigator">
            <a:extLst>
              <a:ext uri="{FF2B5EF4-FFF2-40B4-BE49-F238E27FC236}">
                <a16:creationId xmlns:a16="http://schemas.microsoft.com/office/drawing/2014/main" id="{C24E1A5C-BE7B-4830-912C-BB48DFF8E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105667"/>
            <a:ext cx="6178550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32" name="Title">
            <a:extLst>
              <a:ext uri="{FF2B5EF4-FFF2-40B4-BE49-F238E27FC236}">
                <a16:creationId xmlns:a16="http://schemas.microsoft.com/office/drawing/2014/main" id="{8F37AAA4-D1D7-C953-714B-C4DFBB4F1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750777"/>
            <a:ext cx="12576175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1210340" y="7307632"/>
            <a:ext cx="10411747" cy="107722"/>
          </a:xfr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7124564"/>
            <a:ext cx="11190288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F892CB8-D8B0-8F9E-FE2C-ABDD8381A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 dirty="0"/>
          </a:p>
        </p:txBody>
      </p:sp>
      <p:pic>
        <p:nvPicPr>
          <p:cNvPr id="4" name="ShortLOGO">
            <a:extLst>
              <a:ext uri="{FF2B5EF4-FFF2-40B4-BE49-F238E27FC236}">
                <a16:creationId xmlns:a16="http://schemas.microsoft.com/office/drawing/2014/main" id="{5CD3F85A-57AD-767B-0412-669B67DEE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5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vigator">
            <a:extLst>
              <a:ext uri="{FF2B5EF4-FFF2-40B4-BE49-F238E27FC236}">
                <a16:creationId xmlns:a16="http://schemas.microsoft.com/office/drawing/2014/main" id="{C24E1A5C-BE7B-4830-912C-BB48DFF8E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105667"/>
            <a:ext cx="6178550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32" name="Title">
            <a:extLst>
              <a:ext uri="{FF2B5EF4-FFF2-40B4-BE49-F238E27FC236}">
                <a16:creationId xmlns:a16="http://schemas.microsoft.com/office/drawing/2014/main" id="{8F37AAA4-D1D7-C953-714B-C4DFBB4F1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750777"/>
            <a:ext cx="12572376" cy="3077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3" name="Subtitle"/>
          <p:cNvSpPr>
            <a:spLocks noGrp="1"/>
          </p:cNvSpPr>
          <p:nvPr>
            <p:ph type="subTitle" idx="13" hasCustomPrompt="1"/>
          </p:nvPr>
        </p:nvSpPr>
        <p:spPr>
          <a:xfrm>
            <a:off x="431800" y="1152000"/>
            <a:ext cx="12572376" cy="311654"/>
          </a:xfrm>
          <a:prstGeom prst="rect">
            <a:avLst/>
          </a:prstGeom>
        </p:spPr>
        <p:txBody>
          <a:bodyPr vert="horz" wrap="square" lIns="0" tIns="64800" rIns="0" bIns="0" rtlCol="0">
            <a:spAutoFit/>
          </a:bodyPr>
          <a:lstStyle>
            <a:lvl1pPr>
              <a:spcBef>
                <a:spcPts val="600"/>
              </a:spcBef>
              <a:def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</a:pPr>
            <a:r>
              <a:rPr lang="en-US" dirty="0"/>
              <a:t>Click to edit subtitle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1210340" y="7307632"/>
            <a:ext cx="10411747" cy="107722"/>
          </a:xfr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7124564"/>
            <a:ext cx="11190288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F892CB8-D8B0-8F9E-FE2C-ABDD8381A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pic>
        <p:nvPicPr>
          <p:cNvPr id="3" name="ShortLOGO">
            <a:extLst>
              <a:ext uri="{FF2B5EF4-FFF2-40B4-BE49-F238E27FC236}">
                <a16:creationId xmlns:a16="http://schemas.microsoft.com/office/drawing/2014/main" id="{AC764195-1CA5-9DD7-90B0-BDD3BD7FB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3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ce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D825CD-A82B-40B4-B16B-14B04679D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50938"/>
            <a:ext cx="13439774" cy="5832475"/>
          </a:xfrm>
          <a:prstGeom prst="rect">
            <a:avLst/>
          </a:prstGeom>
          <a:solidFill>
            <a:srgbClr val="EAEEF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Navigator">
            <a:extLst>
              <a:ext uri="{FF2B5EF4-FFF2-40B4-BE49-F238E27FC236}">
                <a16:creationId xmlns:a16="http://schemas.microsoft.com/office/drawing/2014/main" id="{C24E1A5C-BE7B-4830-912C-BB48DFF8E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105667"/>
            <a:ext cx="6178550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5433305E-E9F1-2B1C-913E-BADEBA6C9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750777"/>
            <a:ext cx="12572376" cy="307777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3" name="Subtitle"/>
          <p:cNvSpPr>
            <a:spLocks noGrp="1"/>
          </p:cNvSpPr>
          <p:nvPr>
            <p:ph type="subTitle" idx="13" hasCustomPrompt="1"/>
          </p:nvPr>
        </p:nvSpPr>
        <p:spPr>
          <a:xfrm>
            <a:off x="431800" y="1152000"/>
            <a:ext cx="12572376" cy="311654"/>
          </a:xfrm>
          <a:prstGeom prst="rect">
            <a:avLst/>
          </a:prstGeom>
        </p:spPr>
        <p:txBody>
          <a:bodyPr vert="horz" wrap="square" lIns="0" tIns="64800" rIns="0" bIns="0" rtlCol="0" anchor="t">
            <a:spAutoFit/>
          </a:bodyPr>
          <a:lstStyle>
            <a:lvl1pPr rtl="0">
              <a:def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Click to edit subtitle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1210340" y="7307632"/>
            <a:ext cx="10411747" cy="10800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700" smtClean="0"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7124564"/>
            <a:ext cx="11190288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087070A-1629-855D-226D-0980E536D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pic>
        <p:nvPicPr>
          <p:cNvPr id="3" name="ShortLOGO">
            <a:extLst>
              <a:ext uri="{FF2B5EF4-FFF2-40B4-BE49-F238E27FC236}">
                <a16:creationId xmlns:a16="http://schemas.microsoft.com/office/drawing/2014/main" id="{53F7D074-50C1-181B-B99B-B98D26B54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8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ceblu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D825CD-A82B-40B4-B16B-14B04679D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50938"/>
            <a:ext cx="13439774" cy="6408737"/>
          </a:xfrm>
          <a:prstGeom prst="rect">
            <a:avLst/>
          </a:prstGeom>
          <a:solidFill>
            <a:srgbClr val="EAEEF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40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Navigator">
            <a:extLst>
              <a:ext uri="{FF2B5EF4-FFF2-40B4-BE49-F238E27FC236}">
                <a16:creationId xmlns:a16="http://schemas.microsoft.com/office/drawing/2014/main" id="{C24E1A5C-BE7B-4830-912C-BB48DFF8E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105667"/>
            <a:ext cx="6178550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5433305E-E9F1-2B1C-913E-BADEBA6C9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750777"/>
            <a:ext cx="12572376" cy="307777"/>
          </a:xfrm>
        </p:spPr>
        <p:txBody>
          <a:bodyPr vert="horz">
            <a:spAutoFit/>
          </a:bodyPr>
          <a:lstStyle>
            <a:lvl1pPr>
              <a:lnSpc>
                <a:spcPct val="100000"/>
              </a:lnSpc>
              <a:buFontTx/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3" name="Subtitle"/>
          <p:cNvSpPr>
            <a:spLocks noGrp="1"/>
          </p:cNvSpPr>
          <p:nvPr>
            <p:ph type="subTitle" idx="13" hasCustomPrompt="1"/>
          </p:nvPr>
        </p:nvSpPr>
        <p:spPr>
          <a:xfrm>
            <a:off x="431800" y="1152000"/>
            <a:ext cx="12572376" cy="311654"/>
          </a:xfrm>
          <a:prstGeom prst="rect">
            <a:avLst/>
          </a:prstGeom>
        </p:spPr>
        <p:txBody>
          <a:bodyPr vert="horz" wrap="square" lIns="0" tIns="64800" rIns="0" bIns="0" rtlCol="0" anchor="t">
            <a:spAutoFit/>
          </a:bodyPr>
          <a:lstStyle>
            <a:lvl1pPr>
              <a:defRPr lang="en-US" sz="1600" dirty="0">
                <a:latin typeface="+mn-lt"/>
                <a:ea typeface="+mn-ea"/>
                <a:cs typeface="+mn-cs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Click to edit subtitle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1210340" y="7307632"/>
            <a:ext cx="10411747" cy="107722"/>
          </a:xfr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7124564"/>
            <a:ext cx="11190288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95983E87-93FA-3E05-B6DB-89C8C85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D505CA-D54C-3879-FF80-A94D34C61C8C}"/>
              </a:ext>
            </a:extLst>
          </p:cNvPr>
          <p:cNvSpPr txBox="1"/>
          <p:nvPr userDrawn="1"/>
        </p:nvSpPr>
        <p:spPr>
          <a:xfrm>
            <a:off x="431801" y="7307632"/>
            <a:ext cx="778340" cy="107722"/>
          </a:xfrm>
          <a:prstGeom prst="rect">
            <a:avLst/>
          </a:prstGeom>
        </p:spPr>
        <p:txBody>
          <a:bodyPr vert="horz" wrap="square" lIns="0" tIns="0" rIns="36000" bIns="0" rtlCol="0" anchor="t" anchorCtr="0">
            <a:spAutoFit/>
          </a:bodyPr>
          <a:lstStyle>
            <a:defPPr>
              <a:defRPr lang="de-DE"/>
            </a:defPPr>
            <a:lvl1pPr lvl="0" defTabSz="888980">
              <a:lnSpc>
                <a:spcPct val="100000"/>
              </a:lnSpc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© Simon-Kucher I</a:t>
            </a:r>
          </a:p>
        </p:txBody>
      </p:sp>
      <p:pic>
        <p:nvPicPr>
          <p:cNvPr id="3" name="ShortLOGO">
            <a:extLst>
              <a:ext uri="{FF2B5EF4-FFF2-40B4-BE49-F238E27FC236}">
                <a16:creationId xmlns:a16="http://schemas.microsoft.com/office/drawing/2014/main" id="{57D3F06B-273A-F36A-05B8-AB34ADA65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2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Ice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vigator">
            <a:extLst>
              <a:ext uri="{FF2B5EF4-FFF2-40B4-BE49-F238E27FC236}">
                <a16:creationId xmlns:a16="http://schemas.microsoft.com/office/drawing/2014/main" id="{C24E1A5C-BE7B-4830-912C-BB48DFF8E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99" y="105667"/>
            <a:ext cx="6178551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D825CD-A82B-40B4-B16B-14B04679D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50938"/>
            <a:ext cx="13439774" cy="5832475"/>
          </a:xfrm>
          <a:prstGeom prst="rect">
            <a:avLst/>
          </a:prstGeom>
          <a:solidFill>
            <a:srgbClr val="EAEEF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40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5433305E-E9F1-2B1C-913E-BADEBA6C9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750777"/>
            <a:ext cx="12576175" cy="307777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1210340" y="7307632"/>
            <a:ext cx="10411747" cy="10800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700" smtClean="0"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7124564"/>
            <a:ext cx="11190288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087070A-1629-855D-226D-0980E536D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3CE12F-48DB-89FB-6C12-3A6FC8C08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3988" y="1150938"/>
            <a:ext cx="431800" cy="58324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pic>
        <p:nvPicPr>
          <p:cNvPr id="5" name="ShortLOGO">
            <a:extLst>
              <a:ext uri="{FF2B5EF4-FFF2-40B4-BE49-F238E27FC236}">
                <a16:creationId xmlns:a16="http://schemas.microsoft.com/office/drawing/2014/main" id="{69246538-4EAF-0A2D-8A75-A12A61551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77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369549F-BABD-4B11-B72F-547E465FC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63093" y="0"/>
            <a:ext cx="10076681" cy="7559675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n-lt"/>
              <a:buNone/>
              <a:tabLst/>
            </a:pPr>
            <a:endParaRPr kumimoji="0" lang="en-GB" sz="1400" b="0" i="0" u="none" strike="noStrike" cap="none" spc="0" normalizeH="0" baseline="0" noProof="0">
              <a:ln>
                <a:noFill/>
              </a:ln>
              <a:solidFill>
                <a:srgbClr val="43454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381C474-A9BF-49B2-8265-44AA572EC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6719887" y="3826648"/>
            <a:ext cx="6719888" cy="3734858"/>
            <a:chOff x="-2" y="3711100"/>
            <a:chExt cx="6927786" cy="3850406"/>
          </a:xfrm>
        </p:grpSpPr>
        <p:sp>
          <p:nvSpPr>
            <p:cNvPr id="18" name="Diamond 17">
              <a:extLst>
                <a:ext uri="{FF2B5EF4-FFF2-40B4-BE49-F238E27FC236}">
                  <a16:creationId xmlns:a16="http://schemas.microsoft.com/office/drawing/2014/main" id="{21D5B963-7F4F-4D2E-AA36-7EF7CAD4D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-2" y="3711100"/>
              <a:ext cx="2300115" cy="2300115"/>
            </a:xfrm>
            <a:prstGeom prst="diamond">
              <a:avLst/>
            </a:pr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A43A42A-2595-4D35-841C-E72D442F4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627669" y="6020807"/>
              <a:ext cx="2300115" cy="1540699"/>
            </a:xfrm>
            <a:custGeom>
              <a:avLst/>
              <a:gdLst>
                <a:gd name="connsiteX0" fmla="*/ 1150058 w 2300115"/>
                <a:gd name="connsiteY0" fmla="*/ 0 h 1540699"/>
                <a:gd name="connsiteX1" fmla="*/ 2300115 w 2300115"/>
                <a:gd name="connsiteY1" fmla="*/ 1150058 h 1540699"/>
                <a:gd name="connsiteX2" fmla="*/ 1909474 w 2300115"/>
                <a:gd name="connsiteY2" fmla="*/ 1540699 h 1540699"/>
                <a:gd name="connsiteX3" fmla="*/ 390642 w 2300115"/>
                <a:gd name="connsiteY3" fmla="*/ 1540699 h 1540699"/>
                <a:gd name="connsiteX4" fmla="*/ 0 w 2300115"/>
                <a:gd name="connsiteY4" fmla="*/ 1150058 h 1540699"/>
                <a:gd name="connsiteX0" fmla="*/ 390642 w 2300115"/>
                <a:gd name="connsiteY0" fmla="*/ 1540699 h 1632139"/>
                <a:gd name="connsiteX1" fmla="*/ 0 w 2300115"/>
                <a:gd name="connsiteY1" fmla="*/ 1150058 h 1632139"/>
                <a:gd name="connsiteX2" fmla="*/ 1150058 w 2300115"/>
                <a:gd name="connsiteY2" fmla="*/ 0 h 1632139"/>
                <a:gd name="connsiteX3" fmla="*/ 2300115 w 2300115"/>
                <a:gd name="connsiteY3" fmla="*/ 1150058 h 1632139"/>
                <a:gd name="connsiteX4" fmla="*/ 1909474 w 2300115"/>
                <a:gd name="connsiteY4" fmla="*/ 1540699 h 1632139"/>
                <a:gd name="connsiteX5" fmla="*/ 482082 w 2300115"/>
                <a:gd name="connsiteY5" fmla="*/ 1632139 h 1632139"/>
                <a:gd name="connsiteX0" fmla="*/ 390642 w 2300115"/>
                <a:gd name="connsiteY0" fmla="*/ 1540699 h 1540699"/>
                <a:gd name="connsiteX1" fmla="*/ 0 w 2300115"/>
                <a:gd name="connsiteY1" fmla="*/ 1150058 h 1540699"/>
                <a:gd name="connsiteX2" fmla="*/ 1150058 w 2300115"/>
                <a:gd name="connsiteY2" fmla="*/ 0 h 1540699"/>
                <a:gd name="connsiteX3" fmla="*/ 2300115 w 2300115"/>
                <a:gd name="connsiteY3" fmla="*/ 1150058 h 1540699"/>
                <a:gd name="connsiteX4" fmla="*/ 1909474 w 2300115"/>
                <a:gd name="connsiteY4" fmla="*/ 1540699 h 154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0115" h="1540699">
                  <a:moveTo>
                    <a:pt x="390642" y="1540699"/>
                  </a:moveTo>
                  <a:lnTo>
                    <a:pt x="0" y="1150058"/>
                  </a:lnTo>
                  <a:lnTo>
                    <a:pt x="1150058" y="0"/>
                  </a:lnTo>
                  <a:lnTo>
                    <a:pt x="2300115" y="1150058"/>
                  </a:lnTo>
                  <a:lnTo>
                    <a:pt x="1909474" y="1540699"/>
                  </a:lnTo>
                </a:path>
              </a:pathLst>
            </a:cu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ED64980-38BF-44D7-8C24-294C476B1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316478" y="6020807"/>
              <a:ext cx="2300115" cy="1540699"/>
            </a:xfrm>
            <a:custGeom>
              <a:avLst/>
              <a:gdLst>
                <a:gd name="connsiteX0" fmla="*/ 1150058 w 2300115"/>
                <a:gd name="connsiteY0" fmla="*/ 0 h 1540699"/>
                <a:gd name="connsiteX1" fmla="*/ 2300115 w 2300115"/>
                <a:gd name="connsiteY1" fmla="*/ 1150058 h 1540699"/>
                <a:gd name="connsiteX2" fmla="*/ 1909474 w 2300115"/>
                <a:gd name="connsiteY2" fmla="*/ 1540699 h 1540699"/>
                <a:gd name="connsiteX3" fmla="*/ 390642 w 2300115"/>
                <a:gd name="connsiteY3" fmla="*/ 1540699 h 1540699"/>
                <a:gd name="connsiteX4" fmla="*/ 0 w 2300115"/>
                <a:gd name="connsiteY4" fmla="*/ 1150058 h 1540699"/>
                <a:gd name="connsiteX0" fmla="*/ 390642 w 2300115"/>
                <a:gd name="connsiteY0" fmla="*/ 1540699 h 1632139"/>
                <a:gd name="connsiteX1" fmla="*/ 0 w 2300115"/>
                <a:gd name="connsiteY1" fmla="*/ 1150058 h 1632139"/>
                <a:gd name="connsiteX2" fmla="*/ 1150058 w 2300115"/>
                <a:gd name="connsiteY2" fmla="*/ 0 h 1632139"/>
                <a:gd name="connsiteX3" fmla="*/ 2300115 w 2300115"/>
                <a:gd name="connsiteY3" fmla="*/ 1150058 h 1632139"/>
                <a:gd name="connsiteX4" fmla="*/ 1909474 w 2300115"/>
                <a:gd name="connsiteY4" fmla="*/ 1540699 h 1632139"/>
                <a:gd name="connsiteX5" fmla="*/ 482082 w 2300115"/>
                <a:gd name="connsiteY5" fmla="*/ 1632139 h 1632139"/>
                <a:gd name="connsiteX0" fmla="*/ 390642 w 2300115"/>
                <a:gd name="connsiteY0" fmla="*/ 1540699 h 1540699"/>
                <a:gd name="connsiteX1" fmla="*/ 0 w 2300115"/>
                <a:gd name="connsiteY1" fmla="*/ 1150058 h 1540699"/>
                <a:gd name="connsiteX2" fmla="*/ 1150058 w 2300115"/>
                <a:gd name="connsiteY2" fmla="*/ 0 h 1540699"/>
                <a:gd name="connsiteX3" fmla="*/ 2300115 w 2300115"/>
                <a:gd name="connsiteY3" fmla="*/ 1150058 h 1540699"/>
                <a:gd name="connsiteX4" fmla="*/ 1909474 w 2300115"/>
                <a:gd name="connsiteY4" fmla="*/ 1540699 h 154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0115" h="1540699">
                  <a:moveTo>
                    <a:pt x="390642" y="1540699"/>
                  </a:moveTo>
                  <a:lnTo>
                    <a:pt x="0" y="1150058"/>
                  </a:lnTo>
                  <a:lnTo>
                    <a:pt x="1150058" y="0"/>
                  </a:lnTo>
                  <a:lnTo>
                    <a:pt x="2300115" y="1150058"/>
                  </a:lnTo>
                  <a:lnTo>
                    <a:pt x="1909474" y="1540699"/>
                  </a:lnTo>
                </a:path>
              </a:pathLst>
            </a:cu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39566C7-4C5C-49C9-9B43-E0F882FC8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362892" cy="7559675"/>
          </a:xfrm>
          <a:prstGeom prst="rect">
            <a:avLst/>
          </a:prstGeom>
          <a:solidFill>
            <a:srgbClr val="323F4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95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n-lt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454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AC012-FE57-4DAF-AE4F-C2117B78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395513" y="3751038"/>
            <a:ext cx="7559675" cy="57600"/>
          </a:xfrm>
          <a:prstGeom prst="rect">
            <a:avLst/>
          </a:prstGeom>
          <a:solidFill>
            <a:srgbClr val="C8004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95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n-lt"/>
              <a:buNone/>
              <a:tabLst/>
              <a:defRPr/>
            </a:pPr>
            <a:endParaRPr kumimoji="0" lang="en-GB" sz="1400" b="0" i="0" u="none" strike="noStrike" kern="1200" cap="none" spc="0" normalizeH="0" baseline="0" noProof="0" err="1">
              <a:ln>
                <a:noFill/>
              </a:ln>
              <a:solidFill>
                <a:srgbClr val="312E2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C1D2B01A-A34D-9D47-1E87-E3B9191EA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9025" y="750777"/>
            <a:ext cx="9378950" cy="307777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80083E1-E8D1-3A6E-B64B-ECDA8A3B5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sp>
        <p:nvSpPr>
          <p:cNvPr id="3" name="Footer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07566" y="7307632"/>
            <a:ext cx="7214521" cy="108000"/>
          </a:xfr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13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3629025" y="7124564"/>
            <a:ext cx="7993063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2875">
              <a:lnSpc>
                <a:spcPct val="100000"/>
              </a:lnSpc>
              <a:spcBef>
                <a:spcPts val="0"/>
              </a:spcBef>
              <a:tabLst>
                <a:tab pos="327025" algn="l"/>
              </a:tabLst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296000" indent="-144000">
              <a:lnSpc>
                <a:spcPct val="100000"/>
              </a:lnSpc>
              <a:spcBef>
                <a:spcPts val="0"/>
              </a:spcBef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6755E-3390-851B-1859-5913DE11BB37}"/>
              </a:ext>
            </a:extLst>
          </p:cNvPr>
          <p:cNvSpPr txBox="1"/>
          <p:nvPr userDrawn="1"/>
        </p:nvSpPr>
        <p:spPr>
          <a:xfrm>
            <a:off x="3629025" y="7307632"/>
            <a:ext cx="778542" cy="107722"/>
          </a:xfrm>
          <a:prstGeom prst="rect">
            <a:avLst/>
          </a:prstGeom>
        </p:spPr>
        <p:txBody>
          <a:bodyPr vert="horz" wrap="none" lIns="0" tIns="0" rIns="36000" bIns="0" rtlCol="0" anchor="t" anchorCtr="0">
            <a:spAutoFit/>
          </a:bodyPr>
          <a:lstStyle>
            <a:defPPr>
              <a:defRPr lang="de-DE"/>
            </a:defPPr>
            <a:lvl1pPr lvl="0" defTabSz="888980">
              <a:lnSpc>
                <a:spcPct val="100000"/>
              </a:lnSpc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© Simon-Kucher I</a:t>
            </a:r>
          </a:p>
        </p:txBody>
      </p:sp>
      <p:pic>
        <p:nvPicPr>
          <p:cNvPr id="2" name="ShortLOGO">
            <a:extLst>
              <a:ext uri="{FF2B5EF4-FFF2-40B4-BE49-F238E27FC236}">
                <a16:creationId xmlns:a16="http://schemas.microsoft.com/office/drawing/2014/main" id="{069A2FC2-02A2-ECBF-B783-DBB11BCFE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84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ub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1854F59-1DE5-40A6-9643-C65FB25A8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290572" y="0"/>
            <a:ext cx="5134291" cy="7559675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n-lt"/>
              <a:buNone/>
              <a:tabLst/>
            </a:pPr>
            <a:endParaRPr kumimoji="0" lang="en-GB" sz="1400" b="0" i="0" u="none" strike="noStrike" cap="none" spc="0" normalizeH="0" baseline="0" noProof="0">
              <a:ln>
                <a:noFill/>
              </a:ln>
              <a:solidFill>
                <a:srgbClr val="43454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10D3A8-EC1C-4134-BC0F-E5A943224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24863" y="0"/>
            <a:ext cx="5014911" cy="7559675"/>
          </a:xfrm>
          <a:prstGeom prst="rect">
            <a:avLst/>
          </a:prstGeom>
          <a:solidFill>
            <a:srgbClr val="DDE4E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n-lt"/>
              <a:buNone/>
              <a:tabLst/>
            </a:pPr>
            <a:endParaRPr kumimoji="0" lang="en-US" sz="1400" b="0" i="0" u="none" strike="noStrike" cap="none" spc="0" normalizeH="0" baseline="0" noProof="0" err="1">
              <a:ln>
                <a:noFill/>
              </a:ln>
              <a:solidFill>
                <a:srgbClr val="43454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97C215B0-439D-8BA9-0C51-5C9B934BF0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9025" y="750777"/>
            <a:ext cx="4577238" cy="307777"/>
          </a:xfrm>
        </p:spPr>
        <p:txBody>
          <a:bodyPr vert="horz"/>
          <a:lstStyle>
            <a:lvl1pPr>
              <a:lnSpc>
                <a:spcPct val="100000"/>
              </a:lnSpc>
              <a:buFontTx/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5"/>
          </p:nvPr>
        </p:nvSpPr>
        <p:spPr>
          <a:xfrm>
            <a:off x="4407366" y="7307632"/>
            <a:ext cx="7214722" cy="10772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700" smtClean="0"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13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3629025" y="7124564"/>
            <a:ext cx="7993063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2875">
              <a:lnSpc>
                <a:spcPct val="100000"/>
              </a:lnSpc>
              <a:spcBef>
                <a:spcPts val="0"/>
              </a:spcBef>
              <a:tabLst>
                <a:tab pos="327025" algn="l"/>
              </a:tabLst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296000" indent="-144000">
              <a:lnSpc>
                <a:spcPct val="100000"/>
              </a:lnSpc>
              <a:spcBef>
                <a:spcPts val="0"/>
              </a:spcBef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9538D6-864C-D33D-83AE-8908707B7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61721" y="1584793"/>
            <a:ext cx="4478054" cy="5976713"/>
            <a:chOff x="-2" y="1399887"/>
            <a:chExt cx="4616595" cy="6161619"/>
          </a:xfrm>
        </p:grpSpPr>
        <p:sp>
          <p:nvSpPr>
            <p:cNvPr id="24" name="Diamond 23">
              <a:extLst>
                <a:ext uri="{FF2B5EF4-FFF2-40B4-BE49-F238E27FC236}">
                  <a16:creationId xmlns:a16="http://schemas.microsoft.com/office/drawing/2014/main" id="{D59E6E9E-874B-03E4-E17D-D9346690A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-2" y="3711100"/>
              <a:ext cx="2300115" cy="2300115"/>
            </a:xfrm>
            <a:prstGeom prst="diamond">
              <a:avLst/>
            </a:pr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897AFB7-33E6-97BC-F25B-156935892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316478" y="6020807"/>
              <a:ext cx="2300115" cy="1540699"/>
            </a:xfrm>
            <a:custGeom>
              <a:avLst/>
              <a:gdLst>
                <a:gd name="connsiteX0" fmla="*/ 1150058 w 2300115"/>
                <a:gd name="connsiteY0" fmla="*/ 0 h 1540699"/>
                <a:gd name="connsiteX1" fmla="*/ 2300115 w 2300115"/>
                <a:gd name="connsiteY1" fmla="*/ 1150058 h 1540699"/>
                <a:gd name="connsiteX2" fmla="*/ 1909474 w 2300115"/>
                <a:gd name="connsiteY2" fmla="*/ 1540699 h 1540699"/>
                <a:gd name="connsiteX3" fmla="*/ 390642 w 2300115"/>
                <a:gd name="connsiteY3" fmla="*/ 1540699 h 1540699"/>
                <a:gd name="connsiteX4" fmla="*/ 0 w 2300115"/>
                <a:gd name="connsiteY4" fmla="*/ 1150058 h 1540699"/>
                <a:gd name="connsiteX0" fmla="*/ 390642 w 2300115"/>
                <a:gd name="connsiteY0" fmla="*/ 1540699 h 1632139"/>
                <a:gd name="connsiteX1" fmla="*/ 0 w 2300115"/>
                <a:gd name="connsiteY1" fmla="*/ 1150058 h 1632139"/>
                <a:gd name="connsiteX2" fmla="*/ 1150058 w 2300115"/>
                <a:gd name="connsiteY2" fmla="*/ 0 h 1632139"/>
                <a:gd name="connsiteX3" fmla="*/ 2300115 w 2300115"/>
                <a:gd name="connsiteY3" fmla="*/ 1150058 h 1632139"/>
                <a:gd name="connsiteX4" fmla="*/ 1909474 w 2300115"/>
                <a:gd name="connsiteY4" fmla="*/ 1540699 h 1632139"/>
                <a:gd name="connsiteX5" fmla="*/ 482082 w 2300115"/>
                <a:gd name="connsiteY5" fmla="*/ 1632139 h 1632139"/>
                <a:gd name="connsiteX0" fmla="*/ 390642 w 2300115"/>
                <a:gd name="connsiteY0" fmla="*/ 1540699 h 1540699"/>
                <a:gd name="connsiteX1" fmla="*/ 0 w 2300115"/>
                <a:gd name="connsiteY1" fmla="*/ 1150058 h 1540699"/>
                <a:gd name="connsiteX2" fmla="*/ 1150058 w 2300115"/>
                <a:gd name="connsiteY2" fmla="*/ 0 h 1540699"/>
                <a:gd name="connsiteX3" fmla="*/ 2300115 w 2300115"/>
                <a:gd name="connsiteY3" fmla="*/ 1150058 h 1540699"/>
                <a:gd name="connsiteX4" fmla="*/ 1909474 w 2300115"/>
                <a:gd name="connsiteY4" fmla="*/ 1540699 h 154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0115" h="1540699">
                  <a:moveTo>
                    <a:pt x="390642" y="1540699"/>
                  </a:moveTo>
                  <a:lnTo>
                    <a:pt x="0" y="1150058"/>
                  </a:lnTo>
                  <a:lnTo>
                    <a:pt x="1150058" y="0"/>
                  </a:lnTo>
                  <a:lnTo>
                    <a:pt x="2300115" y="1150058"/>
                  </a:lnTo>
                  <a:lnTo>
                    <a:pt x="1909474" y="1540699"/>
                  </a:lnTo>
                </a:path>
              </a:pathLst>
            </a:cu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DF504542-6A82-CFFE-B674-756641B75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-2" y="1399887"/>
              <a:ext cx="2300115" cy="2300115"/>
            </a:xfrm>
            <a:prstGeom prst="diamond">
              <a:avLst/>
            </a:pr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" name="Slide Number">
            <a:extLst>
              <a:ext uri="{FF2B5EF4-FFF2-40B4-BE49-F238E27FC236}">
                <a16:creationId xmlns:a16="http://schemas.microsoft.com/office/drawing/2014/main" id="{965A562F-6393-7003-D286-EE88F1509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7DD4FE-73CF-D7AD-A2A7-C7A601DBC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354958" cy="7559675"/>
          </a:xfrm>
          <a:prstGeom prst="rect">
            <a:avLst/>
          </a:prstGeom>
          <a:solidFill>
            <a:srgbClr val="323F4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95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n-lt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454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BC9F3E-0205-54D2-2349-B60BE232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395878" y="3751038"/>
            <a:ext cx="7559675" cy="57600"/>
          </a:xfrm>
          <a:prstGeom prst="rect">
            <a:avLst/>
          </a:prstGeom>
          <a:solidFill>
            <a:srgbClr val="C8004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95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n-lt"/>
              <a:buNone/>
              <a:tabLst/>
              <a:defRPr/>
            </a:pPr>
            <a:endParaRPr kumimoji="0" lang="en-GB" sz="1400" b="0" i="0" u="none" strike="noStrike" kern="1200" cap="none" spc="0" normalizeH="0" baseline="0" noProof="0" err="1">
              <a:ln>
                <a:noFill/>
              </a:ln>
              <a:solidFill>
                <a:srgbClr val="312E2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253CB-F281-E55B-30F9-24D71F1D4FA3}"/>
              </a:ext>
            </a:extLst>
          </p:cNvPr>
          <p:cNvSpPr txBox="1"/>
          <p:nvPr userDrawn="1"/>
        </p:nvSpPr>
        <p:spPr>
          <a:xfrm>
            <a:off x="3628824" y="7307632"/>
            <a:ext cx="919275" cy="107722"/>
          </a:xfrm>
          <a:prstGeom prst="rect">
            <a:avLst/>
          </a:prstGeom>
        </p:spPr>
        <p:txBody>
          <a:bodyPr vert="horz" wrap="none" lIns="0" tIns="0" rIns="36000" bIns="0" rtlCol="0" anchor="t" anchorCtr="0">
            <a:spAutoFit/>
          </a:bodyPr>
          <a:lstStyle>
            <a:defPPr>
              <a:defRPr lang="de-DE"/>
            </a:defPPr>
            <a:lvl1pPr lvl="0" defTabSz="888980">
              <a:lnSpc>
                <a:spcPct val="100000"/>
              </a:lnSpc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© Simon-Kucher I</a:t>
            </a:r>
          </a:p>
        </p:txBody>
      </p:sp>
      <p:pic>
        <p:nvPicPr>
          <p:cNvPr id="2" name="ShortLOGO">
            <a:extLst>
              <a:ext uri="{FF2B5EF4-FFF2-40B4-BE49-F238E27FC236}">
                <a16:creationId xmlns:a16="http://schemas.microsoft.com/office/drawing/2014/main" id="{D28D3215-9990-8257-7243-BA964DBD4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40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E6D5E84C-9FFE-4D5E-9D9C-AE53E0D0EE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13439775" cy="7559675"/>
          </a:xfrm>
          <a:solidFill>
            <a:srgbClr val="EAEEF1"/>
          </a:solidFill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6625C4-B531-F06D-0E55-E3BAC5C1F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8399463" cy="7559674"/>
          </a:xfrm>
          <a:prstGeom prst="rect">
            <a:avLst/>
          </a:prstGeom>
          <a:gradFill flip="none" rotWithShape="1">
            <a:gsLst>
              <a:gs pos="0">
                <a:srgbClr val="323F48">
                  <a:alpha val="0"/>
                </a:srgbClr>
              </a:gs>
              <a:gs pos="71000">
                <a:srgbClr val="20292E">
                  <a:alpha val="71000"/>
                </a:srgbClr>
              </a:gs>
              <a:gs pos="100000">
                <a:srgbClr val="121719"/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386762" cy="3601836"/>
          </a:xfrm>
          <a:prstGeom prst="rect">
            <a:avLst/>
          </a:prstGeom>
          <a:gradFill flip="none" rotWithShape="1">
            <a:gsLst>
              <a:gs pos="0">
                <a:srgbClr val="141A1E">
                  <a:alpha val="0"/>
                </a:srgbClr>
              </a:gs>
              <a:gs pos="50000">
                <a:srgbClr val="141A1E">
                  <a:alpha val="40000"/>
                </a:srgbClr>
              </a:gs>
              <a:gs pos="100000">
                <a:srgbClr val="141A1E">
                  <a:alpha val="80000"/>
                </a:srgbClr>
              </a:gs>
            </a:gsLst>
            <a:lin ang="10800000" scaled="1"/>
            <a:tileRect/>
          </a:gradFill>
        </p:spPr>
        <p:txBody>
          <a:bodyPr vert="horz" wrap="square" lIns="432000" tIns="360000" rIns="72000" bIns="360000" rtlCol="0" anchor="b" anchorCtr="0">
            <a:noAutofit/>
          </a:bodyPr>
          <a:lstStyle>
            <a:lvl1pPr>
              <a:defRPr lang="de-DE" sz="320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600"/>
              </a:spcBef>
              <a:buFont typeface="Wingdings" panose="05000000000000000000" pitchFamily="2" charset="2"/>
            </a:pPr>
            <a:r>
              <a:rPr lang="en-US" dirty="0"/>
              <a:t>Click to edit title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6889A9-FD49-8ED0-E1EE-D4956862FE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3602038"/>
            <a:ext cx="8386402" cy="3957636"/>
          </a:xfrm>
          <a:gradFill flip="none" rotWithShape="1">
            <a:gsLst>
              <a:gs pos="0">
                <a:srgbClr val="141A1E">
                  <a:alpha val="0"/>
                </a:srgbClr>
              </a:gs>
              <a:gs pos="50000">
                <a:srgbClr val="141A1E">
                  <a:alpha val="40000"/>
                </a:srgbClr>
              </a:gs>
              <a:gs pos="100000">
                <a:srgbClr val="141A1E">
                  <a:alpha val="80000"/>
                </a:srgbClr>
              </a:gs>
            </a:gsLst>
            <a:lin ang="10800000" scaled="1"/>
            <a:tileRect/>
          </a:gradFill>
        </p:spPr>
        <p:txBody>
          <a:bodyPr vert="horz" wrap="square" lIns="432000" tIns="72000" rIns="72000" bIns="72000" rtlCol="0" anchor="t" anchorCtr="0">
            <a:noAutofit/>
          </a:bodyPr>
          <a:lstStyle>
            <a:lvl1pPr>
              <a:defRPr lang="en-US" sz="1800" dirty="0" smtClean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60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9108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mage left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CBD739-445A-43CB-BCBE-FD3C37FA4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8208962" cy="7559675"/>
          </a:xfrm>
          <a:prstGeom prst="rect">
            <a:avLst/>
          </a:prstGeom>
          <a:solidFill>
            <a:srgbClr val="EAEEF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Navigator">
            <a:extLst>
              <a:ext uri="{FF2B5EF4-FFF2-40B4-BE49-F238E27FC236}">
                <a16:creationId xmlns:a16="http://schemas.microsoft.com/office/drawing/2014/main" id="{E3B969D2-1A94-4FA0-9B0B-C0705CA2DB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4863" y="105667"/>
            <a:ext cx="4583112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EDC68F1B-B1F0-5C37-99FC-16B97AB39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24863" y="750777"/>
            <a:ext cx="4583112" cy="307777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E6D5E84C-9FFE-4D5E-9D9C-AE53E0D0EE3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0"/>
            <a:ext cx="8208962" cy="7559675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E3A0F7-A7C8-D124-B40B-38C93D901A5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24863" y="1511299"/>
            <a:ext cx="4583112" cy="5472000"/>
          </a:xfrm>
        </p:spPr>
        <p:txBody>
          <a:bodyPr tIns="0" bIns="0"/>
          <a:lstStyle>
            <a:lvl1pPr marL="180975" indent="-180975">
              <a:buFont typeface="Wingdings" panose="05000000000000000000" pitchFamily="2" charset="2"/>
              <a:buChar char="§"/>
              <a:defRPr sz="1600"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9213130" y="7308000"/>
            <a:ext cx="2408958" cy="107722"/>
          </a:xfr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700" smtClean="0"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8424863" y="7124564"/>
            <a:ext cx="3197225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3E04A2C-C1A3-E791-BC49-0BBA30BB3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8000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8FB00-F9EA-35FC-0865-A431A23A7AAF}"/>
              </a:ext>
            </a:extLst>
          </p:cNvPr>
          <p:cNvSpPr txBox="1"/>
          <p:nvPr userDrawn="1"/>
        </p:nvSpPr>
        <p:spPr>
          <a:xfrm>
            <a:off x="8424863" y="7307632"/>
            <a:ext cx="788267" cy="107722"/>
          </a:xfrm>
          <a:prstGeom prst="rect">
            <a:avLst/>
          </a:prstGeom>
        </p:spPr>
        <p:txBody>
          <a:bodyPr vert="horz" wrap="square" lIns="0" tIns="0" rIns="36000" bIns="0" rtlCol="0" anchor="t" anchorCtr="0">
            <a:spAutoFit/>
          </a:bodyPr>
          <a:lstStyle>
            <a:defPPr>
              <a:defRPr lang="de-DE"/>
            </a:defPPr>
            <a:lvl1pPr lvl="0" defTabSz="888980">
              <a:lnSpc>
                <a:spcPct val="100000"/>
              </a:lnSpc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© Simon-Kucher I</a:t>
            </a:r>
          </a:p>
        </p:txBody>
      </p:sp>
      <p:pic>
        <p:nvPicPr>
          <p:cNvPr id="6" name="ShortLOGO">
            <a:extLst>
              <a:ext uri="{FF2B5EF4-FFF2-40B4-BE49-F238E27FC236}">
                <a16:creationId xmlns:a16="http://schemas.microsoft.com/office/drawing/2014/main" id="{0AAFCF79-A940-D1A3-497A-DD44F2100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53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mage lef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62A8D5-E7D7-4B92-8C0F-526007ED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6610350" cy="7559675"/>
          </a:xfrm>
          <a:prstGeom prst="rect">
            <a:avLst/>
          </a:prstGeom>
          <a:solidFill>
            <a:srgbClr val="EAEEF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E6D5E84C-9FFE-4D5E-9D9C-AE53E0D0EE3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-2" y="0"/>
            <a:ext cx="6610351" cy="7559675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Navigator">
            <a:extLst>
              <a:ext uri="{FF2B5EF4-FFF2-40B4-BE49-F238E27FC236}">
                <a16:creationId xmlns:a16="http://schemas.microsoft.com/office/drawing/2014/main" id="{4CCEE5EA-8785-4C75-B0A6-AC8C0EFC80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29427" y="105667"/>
            <a:ext cx="6178547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B6DBEA2-E01A-91C8-9EDE-CAA3EC00DA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9427" y="750777"/>
            <a:ext cx="6178547" cy="307777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7154C3F-9FA6-B363-0AFB-68AD5C8475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29427" y="1512000"/>
            <a:ext cx="6178547" cy="5471413"/>
          </a:xfrm>
        </p:spPr>
        <p:txBody>
          <a:bodyPr tIns="0" bIns="0"/>
          <a:lstStyle>
            <a:lvl1pPr marL="180975" indent="-180975">
              <a:buFont typeface="Wingdings" panose="05000000000000000000" pitchFamily="2" charset="2"/>
              <a:buChar char="§"/>
              <a:defRPr sz="1600"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7607969" y="7307632"/>
            <a:ext cx="4014119" cy="10772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700" smtClean="0"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6829427" y="7124564"/>
            <a:ext cx="4792661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124CE22-3135-7EB2-4F4C-45319DD2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BDC94-A670-C9D2-9282-8B1EB3140BDC}"/>
              </a:ext>
            </a:extLst>
          </p:cNvPr>
          <p:cNvSpPr txBox="1"/>
          <p:nvPr userDrawn="1"/>
        </p:nvSpPr>
        <p:spPr>
          <a:xfrm>
            <a:off x="6829427" y="7307632"/>
            <a:ext cx="778542" cy="107722"/>
          </a:xfrm>
          <a:prstGeom prst="rect">
            <a:avLst/>
          </a:prstGeom>
        </p:spPr>
        <p:txBody>
          <a:bodyPr vert="horz" wrap="none" lIns="0" tIns="0" rIns="36000" bIns="0" rtlCol="0" anchor="t" anchorCtr="0">
            <a:spAutoFit/>
          </a:bodyPr>
          <a:lstStyle>
            <a:defPPr>
              <a:defRPr lang="de-DE"/>
            </a:defPPr>
            <a:lvl1pPr lvl="0" defTabSz="888980">
              <a:lnSpc>
                <a:spcPct val="100000"/>
              </a:lnSpc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© Simon-Kucher I</a:t>
            </a:r>
          </a:p>
        </p:txBody>
      </p:sp>
      <p:pic>
        <p:nvPicPr>
          <p:cNvPr id="4" name="ShortLOGO">
            <a:extLst>
              <a:ext uri="{FF2B5EF4-FFF2-40B4-BE49-F238E27FC236}">
                <a16:creationId xmlns:a16="http://schemas.microsoft.com/office/drawing/2014/main" id="{08DC9A86-A722-B740-AA7E-BC3631EE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63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mage left 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vigator">
            <a:extLst>
              <a:ext uri="{FF2B5EF4-FFF2-40B4-BE49-F238E27FC236}">
                <a16:creationId xmlns:a16="http://schemas.microsoft.com/office/drawing/2014/main" id="{673B4E18-B148-441B-8435-15A1206E0C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8312" y="105667"/>
            <a:ext cx="7780337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238312" y="750777"/>
            <a:ext cx="7769664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de-DE" dirty="0"/>
            </a:lvl1pPr>
          </a:lstStyle>
          <a:p>
            <a:pPr lvl="0"/>
            <a:r>
              <a:rPr lang="en-US" dirty="0"/>
              <a:t>Click to edit title</a:t>
            </a:r>
            <a:endParaRPr lang="de-DE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D5E84C-9FFE-4D5E-9D9C-AE53E0D0EE3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0"/>
            <a:ext cx="5011737" cy="7559675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E9A693-E528-6370-6B3A-74D5C7593B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38312" y="1511413"/>
            <a:ext cx="7780338" cy="5472000"/>
          </a:xfrm>
        </p:spPr>
        <p:txBody>
          <a:bodyPr tIns="0" bIns="0"/>
          <a:lstStyle>
            <a:lvl1pPr marL="180975" indent="-180975">
              <a:buFont typeface="Wingdings" panose="05000000000000000000" pitchFamily="2" charset="2"/>
              <a:buChar char="§"/>
              <a:defRPr sz="1600"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6006641" y="7307632"/>
            <a:ext cx="5615447" cy="107722"/>
          </a:xfr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700" smtClean="0"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5238312" y="7124564"/>
            <a:ext cx="6394450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FD356C2-582C-9E7F-0EAD-7C8C98B94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A0F4B-7BC9-26F6-19BC-44D74A495EB2}"/>
              </a:ext>
            </a:extLst>
          </p:cNvPr>
          <p:cNvSpPr txBox="1"/>
          <p:nvPr userDrawn="1"/>
        </p:nvSpPr>
        <p:spPr>
          <a:xfrm>
            <a:off x="5238312" y="7307632"/>
            <a:ext cx="778543" cy="107722"/>
          </a:xfrm>
          <a:prstGeom prst="rect">
            <a:avLst/>
          </a:prstGeom>
        </p:spPr>
        <p:txBody>
          <a:bodyPr vert="horz" wrap="square" lIns="0" tIns="0" rIns="36000" bIns="0" rtlCol="0" anchor="t" anchorCtr="0">
            <a:spAutoFit/>
          </a:bodyPr>
          <a:lstStyle>
            <a:defPPr>
              <a:defRPr lang="de-DE"/>
            </a:defPPr>
            <a:lvl1pPr lvl="0" defTabSz="888980">
              <a:lnSpc>
                <a:spcPct val="100000"/>
              </a:lnSpc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© Simon-Kucher I</a:t>
            </a:r>
          </a:p>
        </p:txBody>
      </p:sp>
      <p:pic>
        <p:nvPicPr>
          <p:cNvPr id="3" name="ShortLOGO">
            <a:extLst>
              <a:ext uri="{FF2B5EF4-FFF2-40B4-BE49-F238E27FC236}">
                <a16:creationId xmlns:a16="http://schemas.microsoft.com/office/drawing/2014/main" id="{9B33CA81-BC6E-F677-CDC7-9AC9CE7BF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83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A5ACC-1D48-4248-B35D-F14CC9008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413124" cy="7559675"/>
          </a:xfrm>
          <a:prstGeom prst="rect">
            <a:avLst/>
          </a:prstGeom>
          <a:solidFill>
            <a:srgbClr val="EAEEF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E6D5E84C-9FFE-4D5E-9D9C-AE53E0D0EE3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0"/>
            <a:ext cx="3413124" cy="7559675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Navigator">
            <a:extLst>
              <a:ext uri="{FF2B5EF4-FFF2-40B4-BE49-F238E27FC236}">
                <a16:creationId xmlns:a16="http://schemas.microsoft.com/office/drawing/2014/main" id="{673B4E18-B148-441B-8435-15A1206E0C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9026" y="105667"/>
            <a:ext cx="9378948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3629026" y="750777"/>
            <a:ext cx="9378948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buFontTx/>
              <a:defRPr lang="de-DE" b="1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de-D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E9A693-E528-6370-6B3A-74D5C7593B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29025" y="1511413"/>
            <a:ext cx="9378948" cy="5472000"/>
          </a:xfrm>
        </p:spPr>
        <p:txBody>
          <a:bodyPr tIns="0" bIns="0"/>
          <a:lstStyle>
            <a:lvl1pPr marL="180975" indent="-180975">
              <a:buFont typeface="Wingdings" panose="05000000000000000000" pitchFamily="2" charset="2"/>
              <a:buChar char="§"/>
              <a:defRPr sz="1600"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4401217" y="7307632"/>
            <a:ext cx="7220870" cy="10772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700" smtClean="0"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3629025" y="7124564"/>
            <a:ext cx="7993061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FD356C2-582C-9E7F-0EAD-7C8C98B94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BCE049-C4D3-42C3-E19B-B20FE6E2B195}"/>
              </a:ext>
            </a:extLst>
          </p:cNvPr>
          <p:cNvSpPr txBox="1"/>
          <p:nvPr userDrawn="1"/>
        </p:nvSpPr>
        <p:spPr>
          <a:xfrm>
            <a:off x="3629025" y="7307632"/>
            <a:ext cx="772192" cy="107722"/>
          </a:xfrm>
          <a:prstGeom prst="rect">
            <a:avLst/>
          </a:prstGeom>
        </p:spPr>
        <p:txBody>
          <a:bodyPr vert="horz" wrap="square" lIns="0" tIns="0" rIns="36000" bIns="0" rtlCol="0" anchor="t" anchorCtr="0">
            <a:spAutoFit/>
          </a:bodyPr>
          <a:lstStyle>
            <a:defPPr>
              <a:defRPr lang="de-DE"/>
            </a:defPPr>
            <a:lvl1pPr lvl="0" defTabSz="888980">
              <a:lnSpc>
                <a:spcPct val="100000"/>
              </a:lnSpc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© Simon-Kucher I</a:t>
            </a:r>
          </a:p>
        </p:txBody>
      </p:sp>
      <p:pic>
        <p:nvPicPr>
          <p:cNvPr id="5" name="ShortLOGO">
            <a:extLst>
              <a:ext uri="{FF2B5EF4-FFF2-40B4-BE49-F238E27FC236}">
                <a16:creationId xmlns:a16="http://schemas.microsoft.com/office/drawing/2014/main" id="{E4F47A12-3794-A01C-1D64-CCEB17600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51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9FB4F59-264E-BDDA-125F-C3BD6CB47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" y="1150938"/>
            <a:ext cx="13439773" cy="2628899"/>
          </a:xfrm>
          <a:prstGeom prst="rect">
            <a:avLst/>
          </a:prstGeom>
          <a:solidFill>
            <a:srgbClr val="EAEEF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40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56E8676-A642-4ED1-AF6D-949131DB40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1150938"/>
            <a:ext cx="13439773" cy="2628900"/>
          </a:xfrm>
          <a:noFill/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Navigator">
            <a:extLst>
              <a:ext uri="{FF2B5EF4-FFF2-40B4-BE49-F238E27FC236}">
                <a16:creationId xmlns:a16="http://schemas.microsoft.com/office/drawing/2014/main" id="{E6233B72-C44C-4011-BBF2-EE3EED3506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105667"/>
            <a:ext cx="6178550" cy="184666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navigator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31800" y="750777"/>
            <a:ext cx="12572377" cy="3077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defRPr lang="de-DE"/>
            </a:lvl1pPr>
          </a:lstStyle>
          <a:p>
            <a:pPr lvl="0"/>
            <a:r>
              <a:rPr lang="en-US" dirty="0"/>
              <a:t>Click to edit title</a:t>
            </a:r>
            <a:endParaRPr lang="de-DE" dirty="0"/>
          </a:p>
        </p:txBody>
      </p:sp>
      <p:sp>
        <p:nvSpPr>
          <p:cNvPr id="2" name="Footer"/>
          <p:cNvSpPr>
            <a:spLocks noGrp="1"/>
          </p:cNvSpPr>
          <p:nvPr>
            <p:ph type="ftr" sz="quarter" idx="17"/>
          </p:nvPr>
        </p:nvSpPr>
        <p:spPr>
          <a:xfrm>
            <a:off x="1210340" y="7307632"/>
            <a:ext cx="10411747" cy="10772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700" smtClean="0"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8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7124564"/>
            <a:ext cx="11190288" cy="10772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>
              <a:lnSpc>
                <a:spcPct val="100000"/>
              </a:lnSpc>
              <a:spcBef>
                <a:spcPts val="0"/>
              </a:spcBef>
              <a:defRPr sz="800"/>
            </a:lvl2pPr>
            <a:lvl3pPr marL="432000" indent="-144000">
              <a:lnSpc>
                <a:spcPct val="100000"/>
              </a:lnSpc>
              <a:spcBef>
                <a:spcPts val="0"/>
              </a:spcBef>
              <a:defRPr sz="800"/>
            </a:lvl3pPr>
            <a:lvl4pPr marL="576000" indent="-144000">
              <a:lnSpc>
                <a:spcPct val="100000"/>
              </a:lnSpc>
              <a:spcBef>
                <a:spcPts val="0"/>
              </a:spcBef>
              <a:defRPr sz="800"/>
            </a:lvl4pPr>
            <a:lvl5pPr marL="720000" indent="-144000">
              <a:lnSpc>
                <a:spcPct val="100000"/>
              </a:lnSpc>
              <a:spcBef>
                <a:spcPts val="0"/>
              </a:spcBef>
              <a:defRPr sz="800"/>
            </a:lvl5pPr>
            <a:lvl6pPr marL="864000" indent="-144000">
              <a:lnSpc>
                <a:spcPct val="100000"/>
              </a:lnSpc>
              <a:spcBef>
                <a:spcPts val="0"/>
              </a:spcBef>
              <a:defRPr sz="800"/>
            </a:lvl6pPr>
            <a:lvl7pPr marL="1008000" indent="-144000">
              <a:lnSpc>
                <a:spcPct val="100000"/>
              </a:lnSpc>
              <a:spcBef>
                <a:spcPts val="0"/>
              </a:spcBef>
              <a:defRPr sz="800"/>
            </a:lvl7pPr>
            <a:lvl8pPr marL="1152000" indent="-144000">
              <a:lnSpc>
                <a:spcPct val="100000"/>
              </a:lnSpc>
              <a:spcBef>
                <a:spcPts val="0"/>
              </a:spcBef>
              <a:defRPr sz="800"/>
            </a:lvl8pPr>
            <a:lvl9pPr marL="1152000" indent="0">
              <a:lnSpc>
                <a:spcPct val="100000"/>
              </a:lnSpc>
              <a:spcBef>
                <a:spcPts val="0"/>
              </a:spcBef>
              <a:buNone/>
              <a:defRPr sz="800"/>
            </a:lvl9pPr>
          </a:lstStyle>
          <a:p>
            <a:pPr lvl="0"/>
            <a:r>
              <a:rPr lang="en-US" dirty="0"/>
              <a:t>Click to edit notes | source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DF9B06B-EC1B-1F15-B552-9BD821660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007975" y="7307632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pic>
        <p:nvPicPr>
          <p:cNvPr id="3" name="ShortLOGO">
            <a:extLst>
              <a:ext uri="{FF2B5EF4-FFF2-40B4-BE49-F238E27FC236}">
                <a16:creationId xmlns:a16="http://schemas.microsoft.com/office/drawing/2014/main" id="{A8693F7A-E5D2-B6D4-1BE5-D1F916F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7237" y="7154864"/>
            <a:ext cx="720738" cy="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37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vertical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C3DEF57-294B-4D2E-A93B-097F663E7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153213" cy="7559676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49E238-BCC4-46C1-AE0F-F39C137BE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45456" y="1165350"/>
            <a:ext cx="7559677" cy="5228961"/>
          </a:xfrm>
          <a:prstGeom prst="rect">
            <a:avLst/>
          </a:prstGeom>
          <a:solidFill>
            <a:srgbClr val="323F4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4ECECFB9-E464-BEE2-0788-A43D3AA86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5630" y="257303"/>
            <a:ext cx="2577664" cy="1619099"/>
          </a:xfrm>
          <a:prstGeom prst="rect">
            <a:avLst/>
          </a:prstGeom>
        </p:spPr>
      </p:pic>
      <p:sp>
        <p:nvSpPr>
          <p:cNvPr id="18" name="www.simon-kucher.com">
            <a:extLst>
              <a:ext uri="{FF2B5EF4-FFF2-40B4-BE49-F238E27FC236}">
                <a16:creationId xmlns:a16="http://schemas.microsoft.com/office/drawing/2014/main" id="{E44DEC07-9243-8AB6-BB53-D05BF867026E}"/>
              </a:ext>
            </a:extLst>
          </p:cNvPr>
          <p:cNvSpPr txBox="1">
            <a:spLocks/>
          </p:cNvSpPr>
          <p:nvPr userDrawn="1"/>
        </p:nvSpPr>
        <p:spPr>
          <a:xfrm>
            <a:off x="10355729" y="6763012"/>
            <a:ext cx="2686633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defTabSz="888980">
              <a:spcBef>
                <a:spcPts val="0"/>
              </a:spcBef>
              <a:buFontTx/>
            </a:pPr>
            <a:r>
              <a:rPr lang="en-IE" sz="1800" spc="6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www.simon-kucher.com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553ADC-DA68-2BA6-CF6A-86FD21692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402175" y="3751037"/>
            <a:ext cx="7559677" cy="57600"/>
          </a:xfrm>
          <a:prstGeom prst="rect">
            <a:avLst/>
          </a:prstGeom>
          <a:solidFill>
            <a:srgbClr val="C8004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425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vertical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4CFF0CD0-764A-EA17-A4CD-76AA15328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8151362" cy="7559676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A54498B-47EB-599D-506C-9ED838A3C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5630" y="257303"/>
            <a:ext cx="2577664" cy="1619099"/>
          </a:xfrm>
          <a:prstGeom prst="rect">
            <a:avLst/>
          </a:prstGeom>
        </p:spPr>
      </p:pic>
      <p:sp>
        <p:nvSpPr>
          <p:cNvPr id="17" name="www.simon-kucher.com">
            <a:extLst>
              <a:ext uri="{FF2B5EF4-FFF2-40B4-BE49-F238E27FC236}">
                <a16:creationId xmlns:a16="http://schemas.microsoft.com/office/drawing/2014/main" id="{E3C6F79C-B520-3E9A-8ACE-A6C848234200}"/>
              </a:ext>
            </a:extLst>
          </p:cNvPr>
          <p:cNvSpPr txBox="1">
            <a:spLocks/>
          </p:cNvSpPr>
          <p:nvPr userDrawn="1"/>
        </p:nvSpPr>
        <p:spPr>
          <a:xfrm>
            <a:off x="10355729" y="6763012"/>
            <a:ext cx="2686633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888980">
              <a:spcBef>
                <a:spcPts val="0"/>
              </a:spcBef>
              <a:buFontTx/>
            </a:pPr>
            <a:r>
              <a:rPr lang="en-IE" sz="1800" spc="6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www.simon-kucher.com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D8C27-F4BC-AC57-10EB-4FC82C1BE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400324" y="3751037"/>
            <a:ext cx="7559677" cy="57600"/>
          </a:xfrm>
          <a:prstGeom prst="rect">
            <a:avLst/>
          </a:prstGeom>
          <a:solidFill>
            <a:srgbClr val="C8004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794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- Dar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1F5BFC-58B6-403A-945C-9C0CDBF12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3439775" cy="4795992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0BEF3-3CF9-4CA6-4678-DC87D67F3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75"/>
            <a:ext cx="13439775" cy="2636115"/>
          </a:xfrm>
          <a:prstGeom prst="rect">
            <a:avLst/>
          </a:prstGeom>
          <a:gradFill flip="none" rotWithShape="1">
            <a:gsLst>
              <a:gs pos="0">
                <a:srgbClr val="141A1E">
                  <a:alpha val="0"/>
                </a:srgbClr>
              </a:gs>
              <a:gs pos="50000">
                <a:srgbClr val="141A1E">
                  <a:alpha val="40000"/>
                </a:srgbClr>
              </a:gs>
              <a:gs pos="100000">
                <a:srgbClr val="141A1E">
                  <a:alpha val="80000"/>
                </a:srgbClr>
              </a:gs>
            </a:gsLst>
            <a:lin ang="16200000" scaled="1"/>
            <a:tileRect/>
          </a:gradFill>
        </p:spPr>
        <p:txBody>
          <a:bodyPr vert="horz" wrap="square" lIns="432000" tIns="360000" rIns="432000" bIns="72000" rtlCol="0" anchor="t" anchorCtr="0">
            <a:noAutofit/>
          </a:bodyPr>
          <a:lstStyle/>
          <a:p>
            <a:pPr defTabSz="920541">
              <a:spcBef>
                <a:spcPts val="548"/>
              </a:spcBef>
            </a:pPr>
            <a:endParaRPr lang="en-US" sz="1400" err="1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922A63-42A0-4FEC-A503-44B78F17B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95992"/>
            <a:ext cx="13439775" cy="2763683"/>
            <a:chOff x="0" y="4795992"/>
            <a:chExt cx="13439775" cy="276368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8F656D-AD22-42D5-9A2C-865A73F7FE9B}"/>
                </a:ext>
              </a:extLst>
            </p:cNvPr>
            <p:cNvSpPr/>
            <p:nvPr userDrawn="1"/>
          </p:nvSpPr>
          <p:spPr>
            <a:xfrm>
              <a:off x="0" y="4853592"/>
              <a:ext cx="13439775" cy="2706083"/>
            </a:xfrm>
            <a:prstGeom prst="rect">
              <a:avLst/>
            </a:prstGeom>
            <a:solidFill>
              <a:srgbClr val="323F4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4BBD79-DE2D-4D2B-9168-F4E5D614F68F}"/>
                </a:ext>
              </a:extLst>
            </p:cNvPr>
            <p:cNvSpPr/>
            <p:nvPr userDrawn="1"/>
          </p:nvSpPr>
          <p:spPr>
            <a:xfrm>
              <a:off x="0" y="4795992"/>
              <a:ext cx="13439775" cy="57600"/>
            </a:xfrm>
            <a:prstGeom prst="rect">
              <a:avLst/>
            </a:prstGeom>
            <a:solidFill>
              <a:srgbClr val="C8004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4" name="LOGO">
            <a:extLst>
              <a:ext uri="{FF2B5EF4-FFF2-40B4-BE49-F238E27FC236}">
                <a16:creationId xmlns:a16="http://schemas.microsoft.com/office/drawing/2014/main" id="{84A03ACA-F2E8-8898-5B33-90B1A634A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55630" y="257354"/>
            <a:ext cx="2577664" cy="1619100"/>
          </a:xfrm>
          <a:prstGeom prst="rect">
            <a:avLst/>
          </a:prstGeom>
        </p:spPr>
      </p:pic>
      <p:sp>
        <p:nvSpPr>
          <p:cNvPr id="2" name="www.simon-kucher.com">
            <a:extLst>
              <a:ext uri="{FF2B5EF4-FFF2-40B4-BE49-F238E27FC236}">
                <a16:creationId xmlns:a16="http://schemas.microsoft.com/office/drawing/2014/main" id="{5AC52DB0-B887-9647-5362-B8EFE8078195}"/>
              </a:ext>
            </a:extLst>
          </p:cNvPr>
          <p:cNvSpPr txBox="1">
            <a:spLocks/>
          </p:cNvSpPr>
          <p:nvPr userDrawn="1"/>
        </p:nvSpPr>
        <p:spPr>
          <a:xfrm>
            <a:off x="431800" y="6763012"/>
            <a:ext cx="2686633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defTabSz="888980">
              <a:spcBef>
                <a:spcPts val="0"/>
              </a:spcBef>
              <a:buFontTx/>
            </a:pPr>
            <a:r>
              <a:rPr lang="en-IE" sz="1800" spc="6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www.simon-kucher.com</a:t>
            </a:r>
          </a:p>
        </p:txBody>
      </p:sp>
    </p:spTree>
    <p:extLst>
      <p:ext uri="{BB962C8B-B14F-4D97-AF65-F5344CB8AC3E}">
        <p14:creationId xmlns:p14="http://schemas.microsoft.com/office/powerpoint/2010/main" val="228424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- Whit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724950-F3E3-4A45-939F-37EA4E7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3439775" cy="4795992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3F0FFD-1AB6-4F9C-BB4F-00E3D921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75"/>
            <a:ext cx="13439775" cy="2636115"/>
          </a:xfrm>
          <a:prstGeom prst="rect">
            <a:avLst/>
          </a:prstGeom>
          <a:gradFill flip="none" rotWithShape="1">
            <a:gsLst>
              <a:gs pos="0">
                <a:srgbClr val="141A1E">
                  <a:alpha val="0"/>
                </a:srgbClr>
              </a:gs>
              <a:gs pos="50000">
                <a:srgbClr val="141A1E">
                  <a:alpha val="40000"/>
                </a:srgbClr>
              </a:gs>
              <a:gs pos="100000">
                <a:srgbClr val="141A1E">
                  <a:alpha val="80000"/>
                </a:srgbClr>
              </a:gs>
            </a:gsLst>
            <a:lin ang="16200000" scaled="1"/>
            <a:tileRect/>
          </a:gradFill>
        </p:spPr>
        <p:txBody>
          <a:bodyPr vert="horz" wrap="square" lIns="432000" tIns="360000" rIns="432000" bIns="72000" rtlCol="0" anchor="t" anchorCtr="0">
            <a:noAutofit/>
          </a:bodyPr>
          <a:lstStyle/>
          <a:p>
            <a:pPr defTabSz="920541">
              <a:spcBef>
                <a:spcPts val="548"/>
              </a:spcBef>
            </a:pPr>
            <a:endParaRPr lang="en-US" sz="1400" err="1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74C40E-B5BD-491F-B25E-1A255B5A6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95992"/>
            <a:ext cx="13439775" cy="2763683"/>
            <a:chOff x="0" y="4795992"/>
            <a:chExt cx="13439775" cy="276368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A72A23-4D05-41F4-BD58-3A1721CAA244}"/>
                </a:ext>
              </a:extLst>
            </p:cNvPr>
            <p:cNvSpPr/>
            <p:nvPr userDrawn="1"/>
          </p:nvSpPr>
          <p:spPr>
            <a:xfrm>
              <a:off x="0" y="4853592"/>
              <a:ext cx="13439775" cy="270608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F41365-228B-455D-8AC3-239AA6B278F6}"/>
                </a:ext>
              </a:extLst>
            </p:cNvPr>
            <p:cNvSpPr/>
            <p:nvPr userDrawn="1"/>
          </p:nvSpPr>
          <p:spPr>
            <a:xfrm>
              <a:off x="0" y="4795992"/>
              <a:ext cx="13439775" cy="57600"/>
            </a:xfrm>
            <a:prstGeom prst="rect">
              <a:avLst/>
            </a:prstGeom>
            <a:solidFill>
              <a:srgbClr val="C8004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err="1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2" name="LOGO">
            <a:extLst>
              <a:ext uri="{FF2B5EF4-FFF2-40B4-BE49-F238E27FC236}">
                <a16:creationId xmlns:a16="http://schemas.microsoft.com/office/drawing/2014/main" id="{BDE558EB-C651-45A6-AE1B-2B1ED7C49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5630" y="257354"/>
            <a:ext cx="2577664" cy="1619100"/>
          </a:xfrm>
          <a:prstGeom prst="rect">
            <a:avLst/>
          </a:prstGeom>
        </p:spPr>
      </p:pic>
      <p:sp>
        <p:nvSpPr>
          <p:cNvPr id="2" name="www.simon-kucher.com">
            <a:extLst>
              <a:ext uri="{FF2B5EF4-FFF2-40B4-BE49-F238E27FC236}">
                <a16:creationId xmlns:a16="http://schemas.microsoft.com/office/drawing/2014/main" id="{2D1C88BD-5111-C83B-BE8A-D0FA456FD91C}"/>
              </a:ext>
            </a:extLst>
          </p:cNvPr>
          <p:cNvSpPr txBox="1">
            <a:spLocks/>
          </p:cNvSpPr>
          <p:nvPr userDrawn="1"/>
        </p:nvSpPr>
        <p:spPr>
          <a:xfrm>
            <a:off x="431800" y="6763012"/>
            <a:ext cx="2686633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defTabSz="888980">
              <a:spcBef>
                <a:spcPts val="0"/>
              </a:spcBef>
              <a:buFontTx/>
            </a:pPr>
            <a:r>
              <a:rPr lang="en-IE" sz="1800" spc="6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www.simon-kucher.com</a:t>
            </a:r>
          </a:p>
        </p:txBody>
      </p:sp>
    </p:spTree>
    <p:extLst>
      <p:ext uri="{BB962C8B-B14F-4D97-AF65-F5344CB8AC3E}">
        <p14:creationId xmlns:p14="http://schemas.microsoft.com/office/powerpoint/2010/main" val="380272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13007775" y="7307632"/>
            <a:ext cx="432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100000"/>
              </a:lnSpc>
              <a:buFontTx/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fld id="{3A65056A-10E9-40C8-A093-AA138EB7B919}" type="slidenum">
              <a:rPr lang="de-DE" smtClean="0"/>
              <a:pPr defTabSz="888980"/>
              <a:t>‹#›</a:t>
            </a:fld>
            <a:endParaRPr lang="de-DE"/>
          </a:p>
        </p:txBody>
      </p:sp>
      <p:sp>
        <p:nvSpPr>
          <p:cNvPr id="5" name="Footer" descr="Footer Simon-Kucher &amp; Partners Archive path" title="Footer"/>
          <p:cNvSpPr>
            <a:spLocks noGrp="1"/>
          </p:cNvSpPr>
          <p:nvPr>
            <p:ph type="ftr" sz="quarter" idx="3"/>
          </p:nvPr>
        </p:nvSpPr>
        <p:spPr>
          <a:xfrm>
            <a:off x="1210341" y="7307632"/>
            <a:ext cx="11664000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88980"/>
            <a:endParaRPr lang="de-DE" dirty="0"/>
          </a:p>
        </p:txBody>
      </p:sp>
      <p:sp>
        <p:nvSpPr>
          <p:cNvPr id="4" name="Navigator"/>
          <p:cNvSpPr>
            <a:spLocks noGrp="1"/>
          </p:cNvSpPr>
          <p:nvPr>
            <p:ph type="body" idx="1"/>
          </p:nvPr>
        </p:nvSpPr>
        <p:spPr>
          <a:xfrm>
            <a:off x="431801" y="105667"/>
            <a:ext cx="6178550" cy="18466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marR="0" lvl="0" indent="0" algn="l" defTabSz="9205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Click to edit navigator</a:t>
            </a:r>
          </a:p>
        </p:txBody>
      </p:sp>
      <p:sp>
        <p:nvSpPr>
          <p:cNvPr id="23" name="Title Placeholder 22">
            <a:extLst>
              <a:ext uri="{FF2B5EF4-FFF2-40B4-BE49-F238E27FC236}">
                <a16:creationId xmlns:a16="http://schemas.microsoft.com/office/drawing/2014/main" id="{7235C8BC-B1E4-2E82-F81F-D0251C5A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50777"/>
            <a:ext cx="12576175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30692-3FA3-630B-E656-DD923CB8CE36}"/>
              </a:ext>
            </a:extLst>
          </p:cNvPr>
          <p:cNvSpPr txBox="1"/>
          <p:nvPr userDrawn="1"/>
        </p:nvSpPr>
        <p:spPr>
          <a:xfrm>
            <a:off x="431800" y="7307632"/>
            <a:ext cx="778542" cy="107722"/>
          </a:xfrm>
          <a:prstGeom prst="rect">
            <a:avLst/>
          </a:prstGeom>
        </p:spPr>
        <p:txBody>
          <a:bodyPr vert="horz" wrap="none" lIns="0" tIns="0" rIns="36000" bIns="0" rtlCol="0" anchor="t" anchorCtr="0">
            <a:spAutoFit/>
          </a:bodyPr>
          <a:lstStyle>
            <a:defPPr>
              <a:defRPr lang="de-DE"/>
            </a:defPPr>
            <a:lvl1pPr defTabSz="888980">
              <a:lnSpc>
                <a:spcPct val="100000"/>
              </a:lnSpc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700" dirty="0"/>
              <a:t>© Simon-Kucher I</a:t>
            </a:r>
          </a:p>
        </p:txBody>
      </p:sp>
    </p:spTree>
    <p:extLst>
      <p:ext uri="{BB962C8B-B14F-4D97-AF65-F5344CB8AC3E}">
        <p14:creationId xmlns:p14="http://schemas.microsoft.com/office/powerpoint/2010/main" val="3866035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79" r:id="rId3"/>
    <p:sldLayoutId id="2147483780" r:id="rId4"/>
    <p:sldLayoutId id="2147483797" r:id="rId5"/>
    <p:sldLayoutId id="2147483718" r:id="rId6"/>
    <p:sldLayoutId id="2147483804" r:id="rId7"/>
    <p:sldLayoutId id="2147483754" r:id="rId8"/>
    <p:sldLayoutId id="2147483805" r:id="rId9"/>
    <p:sldLayoutId id="2147483746" r:id="rId10"/>
    <p:sldLayoutId id="2147483803" r:id="rId11"/>
    <p:sldLayoutId id="2147483752" r:id="rId12"/>
    <p:sldLayoutId id="2147483738" r:id="rId13"/>
    <p:sldLayoutId id="2147483740" r:id="rId14"/>
    <p:sldLayoutId id="2147483750" r:id="rId15"/>
    <p:sldLayoutId id="2147483802" r:id="rId16"/>
    <p:sldLayoutId id="2147483743" r:id="rId17"/>
    <p:sldLayoutId id="2147483795" r:id="rId18"/>
    <p:sldLayoutId id="2147483796" r:id="rId19"/>
    <p:sldLayoutId id="2147483788" r:id="rId20"/>
    <p:sldLayoutId id="2147483789" r:id="rId21"/>
  </p:sldLayoutIdLst>
  <p:hf hdr="0" dt="0"/>
  <p:txStyles>
    <p:titleStyle>
      <a:lvl1pPr algn="l" defTabSz="920541" rtl="0" eaLnBrk="1" latinLnBrk="0" hangingPunct="1">
        <a:lnSpc>
          <a:spcPct val="100000"/>
        </a:lnSpc>
        <a:spcBef>
          <a:spcPct val="0"/>
        </a:spcBef>
        <a:buFontTx/>
        <a:buNone/>
        <a:defRPr lang="en-US" sz="2000" b="1" kern="120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indent="0" algn="l" defTabSz="920541" rtl="0" eaLnBrk="1" latinLnBrk="0" hangingPunct="1">
        <a:lnSpc>
          <a:spcPct val="100000"/>
        </a:lnSpc>
        <a:spcBef>
          <a:spcPts val="548"/>
        </a:spcBef>
        <a:buFont typeface="Wingdings" panose="05000000000000000000" pitchFamily="2" charset="2"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96850" algn="l" defTabSz="920541" rtl="0" eaLnBrk="1" latinLnBrk="0" hangingPunct="1">
        <a:lnSpc>
          <a:spcPct val="90000"/>
        </a:lnSpc>
        <a:spcBef>
          <a:spcPts val="548"/>
        </a:spcBef>
        <a:buFont typeface="Symbol" panose="05050102010706020507" pitchFamily="18" charset="2"/>
        <a:buChar char="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12713" algn="l" defTabSz="920541" rtl="0" eaLnBrk="1" latinLnBrk="0" hangingPunct="1">
        <a:lnSpc>
          <a:spcPct val="90000"/>
        </a:lnSpc>
        <a:spcBef>
          <a:spcPts val="548"/>
        </a:spcBef>
        <a:buFont typeface="Symbol" panose="05050102010706020507" pitchFamily="18" charset="2"/>
        <a:buChar char="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44000" indent="-156581" algn="l" defTabSz="920541" rtl="0" eaLnBrk="1" latinLnBrk="0" hangingPunct="1">
        <a:lnSpc>
          <a:spcPct val="90000"/>
        </a:lnSpc>
        <a:spcBef>
          <a:spcPts val="548"/>
        </a:spcBef>
        <a:buFont typeface="Symbol" panose="05050102010706020507" pitchFamily="18" charset="2"/>
        <a:buChar char="-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44000" indent="-165283" algn="l" defTabSz="920541" rtl="0" eaLnBrk="1" latinLnBrk="0" hangingPunct="1">
        <a:lnSpc>
          <a:spcPct val="90000"/>
        </a:lnSpc>
        <a:spcBef>
          <a:spcPts val="548"/>
        </a:spcBef>
        <a:buFont typeface="Symbol" panose="05050102010706020507" pitchFamily="18" charset="2"/>
        <a:buChar char="-"/>
        <a:defRPr lang="en-IE" sz="16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44000" indent="0" algn="l" defTabSz="920541" rtl="0" eaLnBrk="1" latinLnBrk="0" hangingPunct="1">
        <a:lnSpc>
          <a:spcPct val="90000"/>
        </a:lnSpc>
        <a:spcBef>
          <a:spcPts val="504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" indent="-342900" algn="l" defTabSz="920541" rtl="0" eaLnBrk="1" latinLnBrk="0" hangingPunct="1">
        <a:lnSpc>
          <a:spcPct val="90000"/>
        </a:lnSpc>
        <a:spcBef>
          <a:spcPts val="504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44000" indent="-342900" algn="l" defTabSz="920541" rtl="0" eaLnBrk="1" latinLnBrk="0" hangingPunct="1">
        <a:lnSpc>
          <a:spcPct val="90000"/>
        </a:lnSpc>
        <a:spcBef>
          <a:spcPts val="504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" indent="-342900" algn="l" defTabSz="920541" rtl="0" eaLnBrk="1" latinLnBrk="0" hangingPunct="1">
        <a:lnSpc>
          <a:spcPct val="90000"/>
        </a:lnSpc>
        <a:spcBef>
          <a:spcPts val="504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20541" rtl="0" eaLnBrk="1" latinLnBrk="0" hangingPunct="1">
        <a:defRPr sz="1400" kern="1200"/>
      </a:lvl1pPr>
      <a:lvl2pPr marL="0" algn="l" defTabSz="920541" rtl="0" eaLnBrk="1" latinLnBrk="0" hangingPunct="1">
        <a:defRPr sz="1400" kern="1200"/>
      </a:lvl2pPr>
      <a:lvl3pPr marL="0" algn="l" defTabSz="920541" rtl="0" eaLnBrk="1" latinLnBrk="0" hangingPunct="1">
        <a:defRPr sz="1200" kern="1200"/>
      </a:lvl3pPr>
      <a:lvl4pPr marL="0" algn="l" defTabSz="920541" rtl="0" eaLnBrk="1" latinLnBrk="0" hangingPunct="1">
        <a:defRPr sz="1000" kern="1200"/>
      </a:lvl4pPr>
      <a:lvl5pPr marL="0" algn="l" defTabSz="920541" rtl="0" eaLnBrk="1" latinLnBrk="0" hangingPunct="1">
        <a:defRPr sz="1000" kern="1200"/>
      </a:lvl5pPr>
      <a:lvl6pPr marL="0" algn="l" defTabSz="920541" rtl="0" eaLnBrk="1" latinLnBrk="0" hangingPunct="1">
        <a:defRPr sz="1000" kern="1200"/>
      </a:lvl6pPr>
      <a:lvl7pPr marL="0" algn="l" defTabSz="920541" rtl="0" eaLnBrk="1" latinLnBrk="0" hangingPunct="1">
        <a:defRPr sz="1000" kern="1200"/>
      </a:lvl7pPr>
      <a:lvl8pPr marL="0" algn="l" defTabSz="920541" rtl="0" eaLnBrk="1" latinLnBrk="0" hangingPunct="1">
        <a:defRPr sz="1000" kern="1200"/>
      </a:lvl8pPr>
      <a:lvl9pPr marL="0" algn="l" defTabSz="920541" rtl="0" eaLnBrk="1" latinLnBrk="0" hangingPunct="1">
        <a:defRPr sz="1000" kern="1200"/>
      </a:lvl9pPr>
    </p:otherStyle>
  </p:txStyles>
  <p:extLst>
    <p:ext uri="{27BBF7A9-308A-43DC-89C8-2F10F3537804}">
      <p15:sldGuideLst xmlns:p15="http://schemas.microsoft.com/office/powerpoint/2012/main">
        <p15:guide id="0" orient="horz" pos="725">
          <p15:clr>
            <a:srgbClr val="A4A3A4"/>
          </p15:clr>
        </p15:guide>
        <p15:guide id="1" pos="272" userDrawn="1">
          <p15:clr>
            <a:srgbClr val="A4A3A4"/>
          </p15:clr>
        </p15:guide>
        <p15:guide id="3" pos="8194">
          <p15:clr>
            <a:srgbClr val="A4A3A4"/>
          </p15:clr>
        </p15:guide>
        <p15:guide id="4" orient="horz" pos="952" userDrawn="1">
          <p15:clr>
            <a:srgbClr val="A4A3A4"/>
          </p15:clr>
        </p15:guide>
        <p15:guide id="13" orient="horz" pos="43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60860F-F778-8981-6677-FE394CCC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ABE2B33-14FA-142E-901C-3BF505BDF6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861889-3C46-95E0-7165-1419CAB69B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" name="GettyImages_CHUNYIP-WONG_1437523181_ppt.jpg" descr="Modern glass buildings reflecting colorful light ">
            <a:extLst>
              <a:ext uri="{FF2B5EF4-FFF2-40B4-BE49-F238E27FC236}">
                <a16:creationId xmlns:a16="http://schemas.microsoft.com/office/drawing/2014/main" id="{5DC63F85-C85F-09E0-AE7B-66369CC51C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4019" r="1401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93786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86F2DC-9589-A886-22D1-3971264298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448063-10DF-A1A9-BCD8-A791ADBD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 time, Alfred builds a Cognitive Twin that mirrors how you think, lead, communicate, and prioritize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D81BD-1D14-79B1-949E-0500393908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defTabSz="888980"/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C67FA-F112-B7F7-9187-D830F58D4B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5C357-2C52-F8B1-1BB4-DF57B6273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888980"/>
            <a:fld id="{3A65056A-10E9-40C8-A093-AA138EB7B919}" type="slidenum">
              <a:rPr lang="de-DE" smtClean="0"/>
              <a:pPr defTabSz="888980"/>
              <a:t>2</a:t>
            </a:fld>
            <a:endParaRPr lang="de-D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937616-4F64-F2BB-AC36-F43A20BCC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269191"/>
              </p:ext>
            </p:extLst>
          </p:nvPr>
        </p:nvGraphicFramePr>
        <p:xfrm>
          <a:off x="431800" y="1361663"/>
          <a:ext cx="12071625" cy="5456579"/>
        </p:xfrm>
        <a:graphic>
          <a:graphicData uri="http://schemas.openxmlformats.org/drawingml/2006/table">
            <a:tbl>
              <a:tblPr/>
              <a:tblGrid>
                <a:gridCol w="3573670">
                  <a:extLst>
                    <a:ext uri="{9D8B030D-6E8A-4147-A177-3AD203B41FA5}">
                      <a16:colId xmlns:a16="http://schemas.microsoft.com/office/drawing/2014/main" val="3373014558"/>
                    </a:ext>
                  </a:extLst>
                </a:gridCol>
                <a:gridCol w="4474080">
                  <a:extLst>
                    <a:ext uri="{9D8B030D-6E8A-4147-A177-3AD203B41FA5}">
                      <a16:colId xmlns:a16="http://schemas.microsoft.com/office/drawing/2014/main" val="434141882"/>
                    </a:ext>
                  </a:extLst>
                </a:gridCol>
                <a:gridCol w="4023875">
                  <a:extLst>
                    <a:ext uri="{9D8B030D-6E8A-4147-A177-3AD203B41FA5}">
                      <a16:colId xmlns:a16="http://schemas.microsoft.com/office/drawing/2014/main" val="3324618668"/>
                    </a:ext>
                  </a:extLst>
                </a:gridCol>
              </a:tblGrid>
              <a:tr h="99189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Executive Cognitive Function</a:t>
                      </a:r>
                    </a:p>
                  </a:txBody>
                  <a:tcPr marL="4762" marR="4762" marT="2381" marB="23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Alfred Capability</a:t>
                      </a:r>
                    </a:p>
                  </a:txBody>
                  <a:tcPr marL="4762" marR="4762" marT="2381" marB="23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What Alfred Learns </a:t>
                      </a:r>
                    </a:p>
                  </a:txBody>
                  <a:tcPr marL="4762" marR="4762" marT="2381" marB="23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606896"/>
                  </a:ext>
                </a:extLst>
              </a:tr>
              <a:tr h="94691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Vision &amp; Influence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indent="0"/>
                      <a:r>
                        <a:rPr lang="en-US" sz="1600" dirty="0"/>
                        <a:t>Feedback gathering, leadership coaching</a:t>
                      </a: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9063" indent="0" algn="l" defTabSz="920541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Your leadership style &amp; development drivers</a:t>
                      </a:r>
                    </a:p>
                  </a:txBody>
                  <a:tcPr marL="4762" marR="4762" marT="2381" marB="23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485810"/>
                  </a:ext>
                </a:extLst>
              </a:tr>
              <a:tr h="90193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Communication &amp; Narrative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indent="0" algn="l" defTabSz="920541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Drafting communication, building decks</a:t>
                      </a: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9063" indent="0" algn="l" defTabSz="920541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Your communication fingerprint &amp; tone model</a:t>
                      </a:r>
                    </a:p>
                  </a:txBody>
                  <a:tcPr marL="4762" marR="4762" marT="2381" marB="23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772829"/>
                  </a:ext>
                </a:extLst>
              </a:tr>
              <a:tr h="85695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Empowerment &amp; Talent Development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indent="0" algn="l" defTabSz="920541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Delegation, automated follow-ups</a:t>
                      </a: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9063" indent="0" algn="l" defTabSz="920541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 you delegate, coach, and empower</a:t>
                      </a:r>
                    </a:p>
                  </a:txBody>
                  <a:tcPr marL="4762" marR="4762" marT="2381" marB="23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600108"/>
                  </a:ext>
                </a:extLst>
              </a:tr>
              <a:tr h="8119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Time &amp; Energy Control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indent="0" algn="l" defTabSz="920541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Calendar orchestration</a:t>
                      </a: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9063" indent="0" algn="l" defTabSz="920541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Your circadian rhythm &amp; energy allocation</a:t>
                      </a:r>
                    </a:p>
                  </a:txBody>
                  <a:tcPr marL="4762" marR="4762" marT="2381" marB="23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28240"/>
                  </a:ext>
                </a:extLst>
              </a:tr>
              <a:tr h="94691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Decision Prioritization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indent="0" algn="l" defTabSz="920541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Task management, triage support</a:t>
                      </a:r>
                    </a:p>
                  </a:txBody>
                  <a:tcPr marL="4762" marR="4762" marT="2381" marB="2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9063" indent="0" algn="l" defTabSz="920541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 you prioritize and what matters most</a:t>
                      </a:r>
                    </a:p>
                  </a:txBody>
                  <a:tcPr marL="4762" marR="4762" marT="2381" marB="23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876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1916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SK_TEMPLATE_VERSION" val="251118"/>
</p:tagLst>
</file>

<file path=ppt/theme/theme1.xml><?xml version="1.0" encoding="utf-8"?>
<a:theme xmlns:a="http://schemas.openxmlformats.org/drawingml/2006/main" name="SimonKucher_theme_16-9">
  <a:themeElements>
    <a:clrScheme name="Simon-Kucher2">
      <a:dk1>
        <a:srgbClr val="212721"/>
      </a:dk1>
      <a:lt1>
        <a:srgbClr val="FFFFFF"/>
      </a:lt1>
      <a:dk2>
        <a:srgbClr val="6DB1C7"/>
      </a:dk2>
      <a:lt2>
        <a:srgbClr val="979191"/>
      </a:lt2>
      <a:accent1>
        <a:srgbClr val="A8B9C3"/>
      </a:accent1>
      <a:accent2>
        <a:srgbClr val="1496CC"/>
      </a:accent2>
      <a:accent3>
        <a:srgbClr val="47CCCC"/>
      </a:accent3>
      <a:accent4>
        <a:srgbClr val="7A82CC"/>
      </a:accent4>
      <a:accent5>
        <a:srgbClr val="F47A3D"/>
      </a:accent5>
      <a:accent6>
        <a:srgbClr val="FFCC00"/>
      </a:accent6>
      <a:hlink>
        <a:srgbClr val="C80041"/>
      </a:hlink>
      <a:folHlink>
        <a:srgbClr val="2DA1A1"/>
      </a:folHlink>
    </a:clrScheme>
    <a:fontScheme name="Neue Simon Kucher">
      <a:majorFont>
        <a:latin typeface="Neue Simon Kucher"/>
        <a:ea typeface=""/>
        <a:cs typeface=""/>
      </a:majorFont>
      <a:minorFont>
        <a:latin typeface="Neue Simon Kucher"/>
        <a:ea typeface=""/>
        <a:cs typeface=""/>
      </a:minorFont>
    </a:fontScheme>
    <a:fmtScheme name="Simon-Kucher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 w="9525">
          <a:noFill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rgbClr val="6D6E6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 algn="l">
          <a:spcAft>
            <a:spcPts val="600"/>
          </a:spcAft>
          <a:buFont typeface="Wingdings" panose="05000000000000000000" pitchFamily="2" charset="2"/>
          <a:buChar char="§"/>
          <a:defRPr sz="1400" dirty="0" smtClean="0"/>
        </a:defPPr>
      </a:lstStyle>
    </a:txDef>
  </a:objectDefaults>
  <a:extraClrSchemeLst/>
  <a:custClrLst>
    <a:custClr name="Simon-Kucher Ruby">
      <a:srgbClr val="C80041"/>
    </a:custClr>
    <a:custClr name="Cranberry">
      <a:srgbClr val="9E1649"/>
    </a:custClr>
    <a:custClr name="Salmon">
      <a:srgbClr val="E8526B"/>
    </a:custClr>
    <a:custClr name="Charcol">
      <a:srgbClr val="323F48"/>
    </a:custClr>
    <a:custClr name="Light Gray">
      <a:srgbClr val="EAEEF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Traffic Green">
      <a:srgbClr val="2FA74D"/>
    </a:custClr>
    <a:custClr name="Traffic Orange">
      <a:srgbClr val="FFCC66"/>
    </a:custClr>
    <a:custClr name="Traffic Red">
      <a:srgbClr val="E45444"/>
    </a:custClr>
    <a:custClr name="Gold">
      <a:srgbClr val="E4BF28"/>
    </a:custClr>
    <a:custClr name="Silver">
      <a:srgbClr val="BFBFBF"/>
    </a:custClr>
    <a:custClr name="Bronze">
      <a:srgbClr val="CB8F4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63BE7B"/>
    </a:custClr>
    <a:custClr>
      <a:srgbClr val="86C97E"/>
    </a:custClr>
    <a:custClr>
      <a:srgbClr val="A9D27F"/>
    </a:custClr>
    <a:custClr>
      <a:srgbClr val="CCDD82"/>
    </a:custClr>
    <a:custClr>
      <a:srgbClr val="EEE683"/>
    </a:custClr>
    <a:custClr>
      <a:srgbClr val="FCDA7C"/>
    </a:custClr>
    <a:custClr>
      <a:srgbClr val="F6B86E"/>
    </a:custClr>
    <a:custClr>
      <a:srgbClr val="F09760"/>
    </a:custClr>
    <a:custClr>
      <a:srgbClr val="EA7552"/>
    </a:custClr>
    <a:custClr>
      <a:srgbClr val="E45444"/>
    </a:custClr>
    <a:custClr>
      <a:srgbClr val="B1DEBD"/>
    </a:custClr>
    <a:custClr>
      <a:srgbClr val="C2E4BE"/>
    </a:custClr>
    <a:custClr>
      <a:srgbClr val="D4E8BF"/>
    </a:custClr>
    <a:custClr>
      <a:srgbClr val="E5EEC0"/>
    </a:custClr>
    <a:custClr>
      <a:srgbClr val="F6F2C1"/>
    </a:custClr>
    <a:custClr>
      <a:srgbClr val="FDECBD"/>
    </a:custClr>
    <a:custClr>
      <a:srgbClr val="FADBB6"/>
    </a:custClr>
    <a:custClr>
      <a:srgbClr val="F7CBAF"/>
    </a:custClr>
    <a:custClr>
      <a:srgbClr val="F4BAA8"/>
    </a:custClr>
    <a:custClr>
      <a:srgbClr val="F1A9A1"/>
    </a:custClr>
    <a:custClr>
      <a:srgbClr val="D0EBD7"/>
    </a:custClr>
    <a:custClr>
      <a:srgbClr val="DAEFD8"/>
    </a:custClr>
    <a:custClr>
      <a:srgbClr val="E5F1D8"/>
    </a:custClr>
    <a:custClr>
      <a:srgbClr val="F0F5D9"/>
    </a:custClr>
    <a:custClr>
      <a:srgbClr val="FAF7DA"/>
    </a:custClr>
    <a:custClr>
      <a:srgbClr val="FEF4D7"/>
    </a:custClr>
    <a:custClr>
      <a:srgbClr val="FCEAD3"/>
    </a:custClr>
    <a:custClr>
      <a:srgbClr val="FAE0CF"/>
    </a:custClr>
    <a:custClr>
      <a:srgbClr val="F9D5CB"/>
    </a:custClr>
    <a:custClr>
      <a:srgbClr val="F7CBC7"/>
    </a:custClr>
  </a:custClrLst>
  <a:extLst>
    <a:ext uri="{05A4C25C-085E-4340-85A3-A5531E510DB2}">
      <thm15:themeFamily xmlns:thm15="http://schemas.microsoft.com/office/thememl/2012/main" name="Simon-Kucher_2026 - Copy.potx" id="{6F64FE6F-6A06-43B1-A062-38F564A55385}" vid="{35D3A797-F3E4-470F-8354-1EF99E45CC07}"/>
    </a:ext>
  </a:extLst>
</a:theme>
</file>

<file path=ppt/theme/theme2.xml><?xml version="1.0" encoding="utf-8"?>
<a:theme xmlns:a="http://schemas.openxmlformats.org/drawingml/2006/main" name="Office Theme">
  <a:themeElements>
    <a:clrScheme name="Simon-Kucher2">
      <a:dk1>
        <a:srgbClr val="212721"/>
      </a:dk1>
      <a:lt1>
        <a:srgbClr val="FFFFFF"/>
      </a:lt1>
      <a:dk2>
        <a:srgbClr val="6DB1C7"/>
      </a:dk2>
      <a:lt2>
        <a:srgbClr val="9E968F"/>
      </a:lt2>
      <a:accent1>
        <a:srgbClr val="A8B9C3"/>
      </a:accent1>
      <a:accent2>
        <a:srgbClr val="1496CC"/>
      </a:accent2>
      <a:accent3>
        <a:srgbClr val="47CCCC"/>
      </a:accent3>
      <a:accent4>
        <a:srgbClr val="7A82CC"/>
      </a:accent4>
      <a:accent5>
        <a:srgbClr val="F47A3D"/>
      </a:accent5>
      <a:accent6>
        <a:srgbClr val="FFCC00"/>
      </a:accent6>
      <a:hlink>
        <a:srgbClr val="C80041"/>
      </a:hlink>
      <a:folHlink>
        <a:srgbClr val="2DA1A1"/>
      </a:folHlink>
    </a:clrScheme>
    <a:fontScheme name="Neue Simon Kucher">
      <a:majorFont>
        <a:latin typeface="Neue Simon Kucher"/>
        <a:ea typeface=""/>
        <a:cs typeface=""/>
      </a:majorFont>
      <a:minorFont>
        <a:latin typeface="Neue Simon Kuch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21</TotalTime>
  <Words>99</Words>
  <Application>Microsoft Office PowerPoint</Application>
  <PresentationFormat>Custom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Neue Simon Kucher</vt:lpstr>
      <vt:lpstr>Wingdings</vt:lpstr>
      <vt:lpstr>Symbol</vt:lpstr>
      <vt:lpstr>SimonKucher_theme_16-9</vt:lpstr>
      <vt:lpstr>PowerPoint Presentation</vt:lpstr>
      <vt:lpstr>Over time, Alfred builds a Cognitive Twin that mirrors how you think, lead, communicate, and prioritize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Yala Kaluma</dc:creator>
  <cp:lastModifiedBy>Yala Kaluma</cp:lastModifiedBy>
  <cp:revision>3</cp:revision>
  <dcterms:created xsi:type="dcterms:W3CDTF">2025-12-11T17:53:50Z</dcterms:created>
  <dcterms:modified xsi:type="dcterms:W3CDTF">2025-12-11T18:15:08Z</dcterms:modified>
</cp:coreProperties>
</file>